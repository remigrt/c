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7" r:id="rId2"/>
    <p:sldId id="274" r:id="rId3"/>
    <p:sldId id="261" r:id="rId4"/>
    <p:sldId id="285" r:id="rId5"/>
    <p:sldId id="288" r:id="rId6"/>
    <p:sldId id="276" r:id="rId7"/>
    <p:sldId id="289" r:id="rId8"/>
    <p:sldId id="290" r:id="rId9"/>
    <p:sldId id="291" r:id="rId10"/>
    <p:sldId id="292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58A290-6547-4AD1-8717-87A5004E60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6B49540-C60C-4A12-BC4B-822F3DB9432D}">
      <dgm:prSet phldrT="[Text]"/>
      <dgm:spPr/>
      <dgm:t>
        <a:bodyPr/>
        <a:lstStyle/>
        <a:p>
          <a:r>
            <a:rPr lang="en-US" dirty="0" err="1"/>
            <a:t>File.grafcet</a:t>
          </a:r>
          <a:endParaRPr lang="en-US" dirty="0"/>
        </a:p>
      </dgm:t>
    </dgm:pt>
    <dgm:pt modelId="{CFFE35AF-4AD4-4A65-B1DB-DF2DA49A39B9}" type="parTrans" cxnId="{338D59EB-EC9B-4027-8AC5-3158C112B5C7}">
      <dgm:prSet/>
      <dgm:spPr/>
      <dgm:t>
        <a:bodyPr/>
        <a:lstStyle/>
        <a:p>
          <a:endParaRPr lang="en-US"/>
        </a:p>
      </dgm:t>
    </dgm:pt>
    <dgm:pt modelId="{44844C29-2344-4CAB-81C2-4A181442B412}" type="sibTrans" cxnId="{338D59EB-EC9B-4027-8AC5-3158C112B5C7}">
      <dgm:prSet/>
      <dgm:spPr/>
      <dgm:t>
        <a:bodyPr/>
        <a:lstStyle/>
        <a:p>
          <a:endParaRPr lang="en-US"/>
        </a:p>
      </dgm:t>
    </dgm:pt>
    <dgm:pt modelId="{F5BCAE92-25D3-44E6-9540-7E91DD348136}">
      <dgm:prSet phldrT="[Text]"/>
      <dgm:spPr/>
      <dgm:t>
        <a:bodyPr/>
        <a:lstStyle/>
        <a:p>
          <a:r>
            <a:rPr lang="en-US" dirty="0"/>
            <a:t>File.asm</a:t>
          </a:r>
        </a:p>
      </dgm:t>
    </dgm:pt>
    <dgm:pt modelId="{3F7D0274-2775-4607-973A-FCD8EC90B1B9}" type="parTrans" cxnId="{FAE613A8-2959-47E0-B8C2-D0AF8BB24FA9}">
      <dgm:prSet/>
      <dgm:spPr/>
      <dgm:t>
        <a:bodyPr/>
        <a:lstStyle/>
        <a:p>
          <a:endParaRPr lang="en-US"/>
        </a:p>
      </dgm:t>
    </dgm:pt>
    <dgm:pt modelId="{6B9A71D2-BA48-41CA-995B-C3C9902A95C9}" type="sibTrans" cxnId="{FAE613A8-2959-47E0-B8C2-D0AF8BB24FA9}">
      <dgm:prSet/>
      <dgm:spPr/>
      <dgm:t>
        <a:bodyPr/>
        <a:lstStyle/>
        <a:p>
          <a:endParaRPr lang="en-US"/>
        </a:p>
      </dgm:t>
    </dgm:pt>
    <dgm:pt modelId="{4B9B0EC9-AE00-49F0-8948-C37FC0A17B07}">
      <dgm:prSet phldrT="[Text]"/>
      <dgm:spPr/>
      <dgm:t>
        <a:bodyPr/>
        <a:lstStyle/>
        <a:p>
          <a:r>
            <a:rPr lang="en-US" dirty="0" err="1"/>
            <a:t>File.bin</a:t>
          </a:r>
          <a:endParaRPr lang="en-US" dirty="0"/>
        </a:p>
      </dgm:t>
    </dgm:pt>
    <dgm:pt modelId="{822B548A-EEB3-48AE-9F49-54202AD17160}" type="parTrans" cxnId="{641101B0-1213-4FA2-9AB9-99ABCBC051B3}">
      <dgm:prSet/>
      <dgm:spPr/>
      <dgm:t>
        <a:bodyPr/>
        <a:lstStyle/>
        <a:p>
          <a:endParaRPr lang="en-US"/>
        </a:p>
      </dgm:t>
    </dgm:pt>
    <dgm:pt modelId="{DE9E0B7E-9863-4A1B-9BE0-98125395C442}" type="sibTrans" cxnId="{641101B0-1213-4FA2-9AB9-99ABCBC051B3}">
      <dgm:prSet/>
      <dgm:spPr/>
      <dgm:t>
        <a:bodyPr/>
        <a:lstStyle/>
        <a:p>
          <a:endParaRPr lang="en-US"/>
        </a:p>
      </dgm:t>
    </dgm:pt>
    <dgm:pt modelId="{8A7F87A0-DF4A-49BC-8BE0-C75836A48603}" type="pres">
      <dgm:prSet presAssocID="{CC58A290-6547-4AD1-8717-87A5004E6016}" presName="Name0" presStyleCnt="0">
        <dgm:presLayoutVars>
          <dgm:dir/>
          <dgm:resizeHandles val="exact"/>
        </dgm:presLayoutVars>
      </dgm:prSet>
      <dgm:spPr/>
    </dgm:pt>
    <dgm:pt modelId="{1F486C77-0D5C-490C-8408-4C51782FA7C4}" type="pres">
      <dgm:prSet presAssocID="{36B49540-C60C-4A12-BC4B-822F3DB9432D}" presName="node" presStyleLbl="node1" presStyleIdx="0" presStyleCnt="3" custScaleX="38189" custScaleY="54482">
        <dgm:presLayoutVars>
          <dgm:bulletEnabled val="1"/>
        </dgm:presLayoutVars>
      </dgm:prSet>
      <dgm:spPr/>
    </dgm:pt>
    <dgm:pt modelId="{C495AB4A-25B2-4900-B898-38F105591B32}" type="pres">
      <dgm:prSet presAssocID="{44844C29-2344-4CAB-81C2-4A181442B412}" presName="sibTrans" presStyleLbl="sibTrans2D1" presStyleIdx="0" presStyleCnt="2" custScaleX="46767" custScaleY="68260" custLinFactNeighborX="-64806" custLinFactNeighborY="0"/>
      <dgm:spPr/>
    </dgm:pt>
    <dgm:pt modelId="{79B4009B-4D0C-422E-8C93-99D4D6B8A095}" type="pres">
      <dgm:prSet presAssocID="{44844C29-2344-4CAB-81C2-4A181442B412}" presName="connectorText" presStyleLbl="sibTrans2D1" presStyleIdx="0" presStyleCnt="2"/>
      <dgm:spPr/>
    </dgm:pt>
    <dgm:pt modelId="{EB240314-D290-4485-83B4-83FCAA23589D}" type="pres">
      <dgm:prSet presAssocID="{F5BCAE92-25D3-44E6-9540-7E91DD348136}" presName="node" presStyleLbl="node1" presStyleIdx="1" presStyleCnt="3" custScaleX="38189" custScaleY="54482">
        <dgm:presLayoutVars>
          <dgm:bulletEnabled val="1"/>
        </dgm:presLayoutVars>
      </dgm:prSet>
      <dgm:spPr/>
    </dgm:pt>
    <dgm:pt modelId="{7A73B18A-FA2A-474F-8C56-A73C6F4AB6AB}" type="pres">
      <dgm:prSet presAssocID="{6B9A71D2-BA48-41CA-995B-C3C9902A95C9}" presName="sibTrans" presStyleLbl="sibTrans2D1" presStyleIdx="1" presStyleCnt="2" custScaleX="46767" custScaleY="68260" custLinFactNeighborX="-64806" custLinFactNeighborY="0"/>
      <dgm:spPr/>
    </dgm:pt>
    <dgm:pt modelId="{BE00FB4B-FBD5-4999-BA26-2980D5C3C039}" type="pres">
      <dgm:prSet presAssocID="{6B9A71D2-BA48-41CA-995B-C3C9902A95C9}" presName="connectorText" presStyleLbl="sibTrans2D1" presStyleIdx="1" presStyleCnt="2"/>
      <dgm:spPr/>
    </dgm:pt>
    <dgm:pt modelId="{0E954A93-BE35-4518-A895-20693CCD2DAB}" type="pres">
      <dgm:prSet presAssocID="{4B9B0EC9-AE00-49F0-8948-C37FC0A17B07}" presName="node" presStyleLbl="node1" presStyleIdx="2" presStyleCnt="3" custScaleX="38189" custScaleY="54482">
        <dgm:presLayoutVars>
          <dgm:bulletEnabled val="1"/>
        </dgm:presLayoutVars>
      </dgm:prSet>
      <dgm:spPr/>
    </dgm:pt>
  </dgm:ptLst>
  <dgm:cxnLst>
    <dgm:cxn modelId="{8519BF0B-EEDC-432B-82B9-B48212234B10}" type="presOf" srcId="{CC58A290-6547-4AD1-8717-87A5004E6016}" destId="{8A7F87A0-DF4A-49BC-8BE0-C75836A48603}" srcOrd="0" destOrd="0" presId="urn:microsoft.com/office/officeart/2005/8/layout/process1"/>
    <dgm:cxn modelId="{DE75BE13-6460-4959-86EC-47087B67ADDD}" type="presOf" srcId="{6B9A71D2-BA48-41CA-995B-C3C9902A95C9}" destId="{BE00FB4B-FBD5-4999-BA26-2980D5C3C039}" srcOrd="1" destOrd="0" presId="urn:microsoft.com/office/officeart/2005/8/layout/process1"/>
    <dgm:cxn modelId="{ECB47743-2D1B-44BF-8EFD-69546E1AFC1B}" type="presOf" srcId="{44844C29-2344-4CAB-81C2-4A181442B412}" destId="{C495AB4A-25B2-4900-B898-38F105591B32}" srcOrd="0" destOrd="0" presId="urn:microsoft.com/office/officeart/2005/8/layout/process1"/>
    <dgm:cxn modelId="{CA9D576A-5A41-4434-BF12-EA36D1006536}" type="presOf" srcId="{44844C29-2344-4CAB-81C2-4A181442B412}" destId="{79B4009B-4D0C-422E-8C93-99D4D6B8A095}" srcOrd="1" destOrd="0" presId="urn:microsoft.com/office/officeart/2005/8/layout/process1"/>
    <dgm:cxn modelId="{774C644E-EB93-4E90-B56D-94355C42DB6E}" type="presOf" srcId="{6B9A71D2-BA48-41CA-995B-C3C9902A95C9}" destId="{7A73B18A-FA2A-474F-8C56-A73C6F4AB6AB}" srcOrd="0" destOrd="0" presId="urn:microsoft.com/office/officeart/2005/8/layout/process1"/>
    <dgm:cxn modelId="{08050395-06D0-4873-AB21-195660DBC08B}" type="presOf" srcId="{36B49540-C60C-4A12-BC4B-822F3DB9432D}" destId="{1F486C77-0D5C-490C-8408-4C51782FA7C4}" srcOrd="0" destOrd="0" presId="urn:microsoft.com/office/officeart/2005/8/layout/process1"/>
    <dgm:cxn modelId="{FAE613A8-2959-47E0-B8C2-D0AF8BB24FA9}" srcId="{CC58A290-6547-4AD1-8717-87A5004E6016}" destId="{F5BCAE92-25D3-44E6-9540-7E91DD348136}" srcOrd="1" destOrd="0" parTransId="{3F7D0274-2775-4607-973A-FCD8EC90B1B9}" sibTransId="{6B9A71D2-BA48-41CA-995B-C3C9902A95C9}"/>
    <dgm:cxn modelId="{AA7B2AA8-38C1-4BB0-A924-B677EED23BFF}" type="presOf" srcId="{4B9B0EC9-AE00-49F0-8948-C37FC0A17B07}" destId="{0E954A93-BE35-4518-A895-20693CCD2DAB}" srcOrd="0" destOrd="0" presId="urn:microsoft.com/office/officeart/2005/8/layout/process1"/>
    <dgm:cxn modelId="{641101B0-1213-4FA2-9AB9-99ABCBC051B3}" srcId="{CC58A290-6547-4AD1-8717-87A5004E6016}" destId="{4B9B0EC9-AE00-49F0-8948-C37FC0A17B07}" srcOrd="2" destOrd="0" parTransId="{822B548A-EEB3-48AE-9F49-54202AD17160}" sibTransId="{DE9E0B7E-9863-4A1B-9BE0-98125395C442}"/>
    <dgm:cxn modelId="{BABC21CD-88EF-467B-B1EF-2977C5969BFA}" type="presOf" srcId="{F5BCAE92-25D3-44E6-9540-7E91DD348136}" destId="{EB240314-D290-4485-83B4-83FCAA23589D}" srcOrd="0" destOrd="0" presId="urn:microsoft.com/office/officeart/2005/8/layout/process1"/>
    <dgm:cxn modelId="{338D59EB-EC9B-4027-8AC5-3158C112B5C7}" srcId="{CC58A290-6547-4AD1-8717-87A5004E6016}" destId="{36B49540-C60C-4A12-BC4B-822F3DB9432D}" srcOrd="0" destOrd="0" parTransId="{CFFE35AF-4AD4-4A65-B1DB-DF2DA49A39B9}" sibTransId="{44844C29-2344-4CAB-81C2-4A181442B412}"/>
    <dgm:cxn modelId="{2C85BEA0-3DE9-43E5-A0A0-DC1811DED966}" type="presParOf" srcId="{8A7F87A0-DF4A-49BC-8BE0-C75836A48603}" destId="{1F486C77-0D5C-490C-8408-4C51782FA7C4}" srcOrd="0" destOrd="0" presId="urn:microsoft.com/office/officeart/2005/8/layout/process1"/>
    <dgm:cxn modelId="{ACA69BA2-E183-455D-8B2F-9D09256775DD}" type="presParOf" srcId="{8A7F87A0-DF4A-49BC-8BE0-C75836A48603}" destId="{C495AB4A-25B2-4900-B898-38F105591B32}" srcOrd="1" destOrd="0" presId="urn:microsoft.com/office/officeart/2005/8/layout/process1"/>
    <dgm:cxn modelId="{CD2E3320-54CB-46C1-8880-D1B1A8647049}" type="presParOf" srcId="{C495AB4A-25B2-4900-B898-38F105591B32}" destId="{79B4009B-4D0C-422E-8C93-99D4D6B8A095}" srcOrd="0" destOrd="0" presId="urn:microsoft.com/office/officeart/2005/8/layout/process1"/>
    <dgm:cxn modelId="{6D087182-40C6-4ED6-9B58-FD2351ED8491}" type="presParOf" srcId="{8A7F87A0-DF4A-49BC-8BE0-C75836A48603}" destId="{EB240314-D290-4485-83B4-83FCAA23589D}" srcOrd="2" destOrd="0" presId="urn:microsoft.com/office/officeart/2005/8/layout/process1"/>
    <dgm:cxn modelId="{C9984C0F-BBFE-4A2C-8ACA-292CE56AE5DE}" type="presParOf" srcId="{8A7F87A0-DF4A-49BC-8BE0-C75836A48603}" destId="{7A73B18A-FA2A-474F-8C56-A73C6F4AB6AB}" srcOrd="3" destOrd="0" presId="urn:microsoft.com/office/officeart/2005/8/layout/process1"/>
    <dgm:cxn modelId="{A843537D-8647-4DFF-BAF5-DC71AF18C880}" type="presParOf" srcId="{7A73B18A-FA2A-474F-8C56-A73C6F4AB6AB}" destId="{BE00FB4B-FBD5-4999-BA26-2980D5C3C039}" srcOrd="0" destOrd="0" presId="urn:microsoft.com/office/officeart/2005/8/layout/process1"/>
    <dgm:cxn modelId="{33685292-3875-4268-A866-C7ADC0468338}" type="presParOf" srcId="{8A7F87A0-DF4A-49BC-8BE0-C75836A48603}" destId="{0E954A93-BE35-4518-A895-20693CCD2DA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8A290-6547-4AD1-8717-87A5004E60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6B49540-C60C-4A12-BC4B-822F3DB9432D}">
      <dgm:prSet phldrT="[Text]"/>
      <dgm:spPr/>
      <dgm:t>
        <a:bodyPr/>
        <a:lstStyle/>
        <a:p>
          <a:pPr algn="ctr"/>
          <a:r>
            <a:rPr lang="en-US" dirty="0"/>
            <a:t>File.asm</a:t>
          </a:r>
        </a:p>
      </dgm:t>
    </dgm:pt>
    <dgm:pt modelId="{CFFE35AF-4AD4-4A65-B1DB-DF2DA49A39B9}" type="parTrans" cxnId="{338D59EB-EC9B-4027-8AC5-3158C112B5C7}">
      <dgm:prSet/>
      <dgm:spPr/>
      <dgm:t>
        <a:bodyPr/>
        <a:lstStyle/>
        <a:p>
          <a:pPr algn="ctr"/>
          <a:endParaRPr lang="en-US"/>
        </a:p>
      </dgm:t>
    </dgm:pt>
    <dgm:pt modelId="{44844C29-2344-4CAB-81C2-4A181442B412}" type="sibTrans" cxnId="{338D59EB-EC9B-4027-8AC5-3158C112B5C7}">
      <dgm:prSet/>
      <dgm:spPr/>
      <dgm:t>
        <a:bodyPr/>
        <a:lstStyle/>
        <a:p>
          <a:pPr algn="ctr"/>
          <a:endParaRPr lang="en-US"/>
        </a:p>
      </dgm:t>
    </dgm:pt>
    <dgm:pt modelId="{F5BCAE92-25D3-44E6-9540-7E91DD348136}">
      <dgm:prSet phldrT="[Text]"/>
      <dgm:spPr/>
      <dgm:t>
        <a:bodyPr/>
        <a:lstStyle/>
        <a:p>
          <a:pPr algn="ctr"/>
          <a:r>
            <a:rPr lang="en-US" dirty="0" err="1"/>
            <a:t>File.bin</a:t>
          </a:r>
          <a:endParaRPr lang="en-US" dirty="0"/>
        </a:p>
      </dgm:t>
    </dgm:pt>
    <dgm:pt modelId="{3F7D0274-2775-4607-973A-FCD8EC90B1B9}" type="parTrans" cxnId="{FAE613A8-2959-47E0-B8C2-D0AF8BB24FA9}">
      <dgm:prSet/>
      <dgm:spPr/>
      <dgm:t>
        <a:bodyPr/>
        <a:lstStyle/>
        <a:p>
          <a:pPr algn="ctr"/>
          <a:endParaRPr lang="en-US"/>
        </a:p>
      </dgm:t>
    </dgm:pt>
    <dgm:pt modelId="{6B9A71D2-BA48-41CA-995B-C3C9902A95C9}" type="sibTrans" cxnId="{FAE613A8-2959-47E0-B8C2-D0AF8BB24FA9}">
      <dgm:prSet/>
      <dgm:spPr/>
      <dgm:t>
        <a:bodyPr/>
        <a:lstStyle/>
        <a:p>
          <a:pPr algn="ctr"/>
          <a:endParaRPr lang="en-US"/>
        </a:p>
      </dgm:t>
    </dgm:pt>
    <dgm:pt modelId="{8A7F87A0-DF4A-49BC-8BE0-C75836A48603}" type="pres">
      <dgm:prSet presAssocID="{CC58A290-6547-4AD1-8717-87A5004E6016}" presName="Name0" presStyleCnt="0">
        <dgm:presLayoutVars>
          <dgm:dir/>
          <dgm:resizeHandles val="exact"/>
        </dgm:presLayoutVars>
      </dgm:prSet>
      <dgm:spPr/>
    </dgm:pt>
    <dgm:pt modelId="{1F486C77-0D5C-490C-8408-4C51782FA7C4}" type="pres">
      <dgm:prSet presAssocID="{36B49540-C60C-4A12-BC4B-822F3DB9432D}" presName="node" presStyleLbl="node1" presStyleIdx="0" presStyleCnt="2" custLinFactNeighborX="-117">
        <dgm:presLayoutVars>
          <dgm:bulletEnabled val="1"/>
        </dgm:presLayoutVars>
      </dgm:prSet>
      <dgm:spPr/>
    </dgm:pt>
    <dgm:pt modelId="{C495AB4A-25B2-4900-B898-38F105591B32}" type="pres">
      <dgm:prSet presAssocID="{44844C29-2344-4CAB-81C2-4A181442B412}" presName="sibTrans" presStyleLbl="sibTrans2D1" presStyleIdx="0" presStyleCnt="1"/>
      <dgm:spPr/>
    </dgm:pt>
    <dgm:pt modelId="{79B4009B-4D0C-422E-8C93-99D4D6B8A095}" type="pres">
      <dgm:prSet presAssocID="{44844C29-2344-4CAB-81C2-4A181442B412}" presName="connectorText" presStyleLbl="sibTrans2D1" presStyleIdx="0" presStyleCnt="1"/>
      <dgm:spPr/>
    </dgm:pt>
    <dgm:pt modelId="{EB240314-D290-4485-83B4-83FCAA23589D}" type="pres">
      <dgm:prSet presAssocID="{F5BCAE92-25D3-44E6-9540-7E91DD348136}" presName="node" presStyleLbl="node1" presStyleIdx="1" presStyleCnt="2">
        <dgm:presLayoutVars>
          <dgm:bulletEnabled val="1"/>
        </dgm:presLayoutVars>
      </dgm:prSet>
      <dgm:spPr/>
    </dgm:pt>
  </dgm:ptLst>
  <dgm:cxnLst>
    <dgm:cxn modelId="{8519BF0B-EEDC-432B-82B9-B48212234B10}" type="presOf" srcId="{CC58A290-6547-4AD1-8717-87A5004E6016}" destId="{8A7F87A0-DF4A-49BC-8BE0-C75836A48603}" srcOrd="0" destOrd="0" presId="urn:microsoft.com/office/officeart/2005/8/layout/process1"/>
    <dgm:cxn modelId="{ECB47743-2D1B-44BF-8EFD-69546E1AFC1B}" type="presOf" srcId="{44844C29-2344-4CAB-81C2-4A181442B412}" destId="{C495AB4A-25B2-4900-B898-38F105591B32}" srcOrd="0" destOrd="0" presId="urn:microsoft.com/office/officeart/2005/8/layout/process1"/>
    <dgm:cxn modelId="{CA9D576A-5A41-4434-BF12-EA36D1006536}" type="presOf" srcId="{44844C29-2344-4CAB-81C2-4A181442B412}" destId="{79B4009B-4D0C-422E-8C93-99D4D6B8A095}" srcOrd="1" destOrd="0" presId="urn:microsoft.com/office/officeart/2005/8/layout/process1"/>
    <dgm:cxn modelId="{08050395-06D0-4873-AB21-195660DBC08B}" type="presOf" srcId="{36B49540-C60C-4A12-BC4B-822F3DB9432D}" destId="{1F486C77-0D5C-490C-8408-4C51782FA7C4}" srcOrd="0" destOrd="0" presId="urn:microsoft.com/office/officeart/2005/8/layout/process1"/>
    <dgm:cxn modelId="{FAE613A8-2959-47E0-B8C2-D0AF8BB24FA9}" srcId="{CC58A290-6547-4AD1-8717-87A5004E6016}" destId="{F5BCAE92-25D3-44E6-9540-7E91DD348136}" srcOrd="1" destOrd="0" parTransId="{3F7D0274-2775-4607-973A-FCD8EC90B1B9}" sibTransId="{6B9A71D2-BA48-41CA-995B-C3C9902A95C9}"/>
    <dgm:cxn modelId="{BABC21CD-88EF-467B-B1EF-2977C5969BFA}" type="presOf" srcId="{F5BCAE92-25D3-44E6-9540-7E91DD348136}" destId="{EB240314-D290-4485-83B4-83FCAA23589D}" srcOrd="0" destOrd="0" presId="urn:microsoft.com/office/officeart/2005/8/layout/process1"/>
    <dgm:cxn modelId="{338D59EB-EC9B-4027-8AC5-3158C112B5C7}" srcId="{CC58A290-6547-4AD1-8717-87A5004E6016}" destId="{36B49540-C60C-4A12-BC4B-822F3DB9432D}" srcOrd="0" destOrd="0" parTransId="{CFFE35AF-4AD4-4A65-B1DB-DF2DA49A39B9}" sibTransId="{44844C29-2344-4CAB-81C2-4A181442B412}"/>
    <dgm:cxn modelId="{2C85BEA0-3DE9-43E5-A0A0-DC1811DED966}" type="presParOf" srcId="{8A7F87A0-DF4A-49BC-8BE0-C75836A48603}" destId="{1F486C77-0D5C-490C-8408-4C51782FA7C4}" srcOrd="0" destOrd="0" presId="urn:microsoft.com/office/officeart/2005/8/layout/process1"/>
    <dgm:cxn modelId="{ACA69BA2-E183-455D-8B2F-9D09256775DD}" type="presParOf" srcId="{8A7F87A0-DF4A-49BC-8BE0-C75836A48603}" destId="{C495AB4A-25B2-4900-B898-38F105591B32}" srcOrd="1" destOrd="0" presId="urn:microsoft.com/office/officeart/2005/8/layout/process1"/>
    <dgm:cxn modelId="{CD2E3320-54CB-46C1-8880-D1B1A8647049}" type="presParOf" srcId="{C495AB4A-25B2-4900-B898-38F105591B32}" destId="{79B4009B-4D0C-422E-8C93-99D4D6B8A095}" srcOrd="0" destOrd="0" presId="urn:microsoft.com/office/officeart/2005/8/layout/process1"/>
    <dgm:cxn modelId="{6D087182-40C6-4ED6-9B58-FD2351ED8491}" type="presParOf" srcId="{8A7F87A0-DF4A-49BC-8BE0-C75836A48603}" destId="{EB240314-D290-4485-83B4-83FCAA23589D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6C77-0D5C-490C-8408-4C51782FA7C4}">
      <dsp:nvSpPr>
        <dsp:cNvPr id="0" name=""/>
        <dsp:cNvSpPr/>
      </dsp:nvSpPr>
      <dsp:spPr>
        <a:xfrm>
          <a:off x="2965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File.grafcet</a:t>
          </a:r>
          <a:endParaRPr lang="en-US" sz="3000" kern="1200" dirty="0"/>
        </a:p>
      </dsp:txBody>
      <dsp:txXfrm>
        <a:off x="54681" y="383012"/>
        <a:ext cx="1959372" cy="1662297"/>
      </dsp:txXfrm>
    </dsp:sp>
    <dsp:sp modelId="{C495AB4A-25B2-4900-B898-38F105591B32}">
      <dsp:nvSpPr>
        <dsp:cNvPr id="0" name=""/>
        <dsp:cNvSpPr/>
      </dsp:nvSpPr>
      <dsp:spPr>
        <a:xfrm>
          <a:off x="2168606" y="756959"/>
          <a:ext cx="535544" cy="9144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168606" y="939840"/>
        <a:ext cx="374881" cy="548641"/>
      </dsp:txXfrm>
    </dsp:sp>
    <dsp:sp modelId="{EB240314-D290-4485-83B4-83FCAA23589D}">
      <dsp:nvSpPr>
        <dsp:cNvPr id="0" name=""/>
        <dsp:cNvSpPr/>
      </dsp:nvSpPr>
      <dsp:spPr>
        <a:xfrm>
          <a:off x="4226397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File.asm</a:t>
          </a:r>
        </a:p>
      </dsp:txBody>
      <dsp:txXfrm>
        <a:off x="4278113" y="383012"/>
        <a:ext cx="1959372" cy="1662297"/>
      </dsp:txXfrm>
    </dsp:sp>
    <dsp:sp modelId="{7A73B18A-FA2A-474F-8C56-A73C6F4AB6AB}">
      <dsp:nvSpPr>
        <dsp:cNvPr id="0" name=""/>
        <dsp:cNvSpPr/>
      </dsp:nvSpPr>
      <dsp:spPr>
        <a:xfrm>
          <a:off x="6392038" y="756959"/>
          <a:ext cx="535544" cy="91440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392038" y="939840"/>
        <a:ext cx="374881" cy="548641"/>
      </dsp:txXfrm>
    </dsp:sp>
    <dsp:sp modelId="{0E954A93-BE35-4518-A895-20693CCD2DAB}">
      <dsp:nvSpPr>
        <dsp:cNvPr id="0" name=""/>
        <dsp:cNvSpPr/>
      </dsp:nvSpPr>
      <dsp:spPr>
        <a:xfrm>
          <a:off x="8449829" y="331296"/>
          <a:ext cx="2062804" cy="17657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File.bin</a:t>
          </a:r>
          <a:endParaRPr lang="en-US" sz="3000" kern="1200" dirty="0"/>
        </a:p>
      </dsp:txBody>
      <dsp:txXfrm>
        <a:off x="8501545" y="383012"/>
        <a:ext cx="1959372" cy="1662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6C77-0D5C-490C-8408-4C51782FA7C4}">
      <dsp:nvSpPr>
        <dsp:cNvPr id="0" name=""/>
        <dsp:cNvSpPr/>
      </dsp:nvSpPr>
      <dsp:spPr>
        <a:xfrm>
          <a:off x="2" y="0"/>
          <a:ext cx="3037532" cy="1789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File.asm</a:t>
          </a:r>
        </a:p>
      </dsp:txBody>
      <dsp:txXfrm>
        <a:off x="52423" y="52421"/>
        <a:ext cx="2932690" cy="1684930"/>
      </dsp:txXfrm>
    </dsp:sp>
    <dsp:sp modelId="{C495AB4A-25B2-4900-B898-38F105591B32}">
      <dsp:nvSpPr>
        <dsp:cNvPr id="0" name=""/>
        <dsp:cNvSpPr/>
      </dsp:nvSpPr>
      <dsp:spPr>
        <a:xfrm>
          <a:off x="3341643" y="518232"/>
          <a:ext cx="644710" cy="7533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341643" y="668893"/>
        <a:ext cx="451297" cy="451985"/>
      </dsp:txXfrm>
    </dsp:sp>
    <dsp:sp modelId="{EB240314-D290-4485-83B4-83FCAA23589D}">
      <dsp:nvSpPr>
        <dsp:cNvPr id="0" name=""/>
        <dsp:cNvSpPr/>
      </dsp:nvSpPr>
      <dsp:spPr>
        <a:xfrm>
          <a:off x="4253969" y="0"/>
          <a:ext cx="3037532" cy="17897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 err="1"/>
            <a:t>File.bin</a:t>
          </a:r>
          <a:endParaRPr lang="en-US" sz="5800" kern="1200" dirty="0"/>
        </a:p>
      </dsp:txBody>
      <dsp:txXfrm>
        <a:off x="4306390" y="52421"/>
        <a:ext cx="2932690" cy="1684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72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98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9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80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99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32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00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635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56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87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489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FDBDE-F140-4CF2-A83A-9953214FAF03}" type="datetimeFigureOut">
              <a:rPr lang="de-DE" smtClean="0"/>
              <a:t>19.03.2017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07180-A7D4-4491-99A7-CB4512CBAA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007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4141304" y="2326793"/>
            <a:ext cx="3909391" cy="2815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dirty="0"/>
              <a:t>L’ assembleur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de-DE" dirty="0" err="1"/>
              <a:t>Projet</a:t>
            </a:r>
            <a:r>
              <a:rPr lang="de-DE" dirty="0"/>
              <a:t> Info EI2I3 – 20/3/2017</a:t>
            </a:r>
          </a:p>
        </p:txBody>
      </p:sp>
    </p:spTree>
    <p:extLst>
      <p:ext uri="{BB962C8B-B14F-4D97-AF65-F5344CB8AC3E}">
        <p14:creationId xmlns:p14="http://schemas.microsoft.com/office/powerpoint/2010/main" val="257564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9758" y="2921674"/>
            <a:ext cx="585746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active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e0(led0=0)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e1(led0=0)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e2(led0=0)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step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e3(led0=1)</a:t>
            </a:r>
          </a:p>
          <a:p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t0({e0},{e1},but0'rise.(ana0&lt;128))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t1({e1},{e2},but0'rise.(ana0&gt;128))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t2({e2},{e3},but0'rise.(ana0&lt;128))</a:t>
            </a:r>
          </a:p>
          <a:p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transition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t3({e3},{e0},but1'rise)</a:t>
            </a:r>
            <a:endParaRPr lang="de-DE" sz="1400" dirty="0"/>
          </a:p>
        </p:txBody>
      </p:sp>
      <p:sp>
        <p:nvSpPr>
          <p:cNvPr id="6" name="Rectangle 5"/>
          <p:cNvSpPr/>
          <p:nvPr/>
        </p:nvSpPr>
        <p:spPr>
          <a:xfrm>
            <a:off x="4651513" y="2921674"/>
            <a:ext cx="39623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Courier New" panose="02070309020205020404" pitchFamily="49" charset="0"/>
              </a:rPr>
              <a:t>#franchissement de la transition t0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14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eq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push	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128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ls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jf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next0000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23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pushi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de-DE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pop</a:t>
            </a:r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	26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next0000: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de-DE" sz="1400" dirty="0"/>
          </a:p>
        </p:txBody>
      </p:sp>
      <p:sp>
        <p:nvSpPr>
          <p:cNvPr id="7" name="Rectangle 6"/>
          <p:cNvSpPr/>
          <p:nvPr/>
        </p:nvSpPr>
        <p:spPr>
          <a:xfrm>
            <a:off x="9766853" y="2921674"/>
            <a:ext cx="135172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269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0:101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1:0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2:102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3:13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4:101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5:0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6:102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7:22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8:101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9:0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10:102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11:26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  <a:p>
            <a:endParaRPr lang="de-DE" sz="14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1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9194643"/>
              </p:ext>
            </p:extLst>
          </p:nvPr>
        </p:nvGraphicFramePr>
        <p:xfrm>
          <a:off x="838200" y="169102"/>
          <a:ext cx="10515600" cy="2428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180366" y="53251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COMPILATEUR</a:t>
            </a:r>
            <a:endParaRPr lang="fr-FR" dirty="0"/>
          </a:p>
        </p:txBody>
      </p:sp>
      <p:sp>
        <p:nvSpPr>
          <p:cNvPr id="21" name="TextBox 20"/>
          <p:cNvSpPr txBox="1"/>
          <p:nvPr/>
        </p:nvSpPr>
        <p:spPr>
          <a:xfrm>
            <a:off x="7564461" y="532512"/>
            <a:ext cx="3472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ASSEMBLEUR</a:t>
            </a:r>
            <a:endParaRPr lang="fr-FR" dirty="0"/>
          </a:p>
        </p:txBody>
      </p:sp>
      <p:pic>
        <p:nvPicPr>
          <p:cNvPr id="22" name="Graphic 21" descr="Gear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7120" y="926063"/>
            <a:ext cx="914400" cy="9144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541520" y="929378"/>
            <a:ext cx="535544" cy="914403"/>
            <a:chOff x="2168606" y="756959"/>
            <a:chExt cx="535544" cy="914403"/>
          </a:xfrm>
        </p:grpSpPr>
        <p:sp>
          <p:nvSpPr>
            <p:cNvPr id="24" name="Arrow: Right 23"/>
            <p:cNvSpPr/>
            <p:nvPr/>
          </p:nvSpPr>
          <p:spPr>
            <a:xfrm>
              <a:off x="2168606" y="756959"/>
              <a:ext cx="535544" cy="91440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Arrow: Right 4"/>
            <p:cNvSpPr txBox="1"/>
            <p:nvPr/>
          </p:nvSpPr>
          <p:spPr>
            <a:xfrm>
              <a:off x="2168606" y="939840"/>
              <a:ext cx="374881" cy="5486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764952" y="929378"/>
            <a:ext cx="535544" cy="914403"/>
            <a:chOff x="6392038" y="756959"/>
            <a:chExt cx="535544" cy="914403"/>
          </a:xfrm>
        </p:grpSpPr>
        <p:sp>
          <p:nvSpPr>
            <p:cNvPr id="27" name="Arrow: Right 26"/>
            <p:cNvSpPr/>
            <p:nvPr/>
          </p:nvSpPr>
          <p:spPr>
            <a:xfrm>
              <a:off x="6392038" y="756959"/>
              <a:ext cx="535544" cy="91440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Arrow: Right 6"/>
            <p:cNvSpPr txBox="1"/>
            <p:nvPr/>
          </p:nvSpPr>
          <p:spPr>
            <a:xfrm>
              <a:off x="6392038" y="939840"/>
              <a:ext cx="374881" cy="5486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2400" kern="1200"/>
            </a:p>
          </p:txBody>
        </p:sp>
      </p:grpSp>
      <p:pic>
        <p:nvPicPr>
          <p:cNvPr id="29" name="Graphic 28" descr="Gears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208" y="9260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521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449537" y="1690688"/>
          <a:ext cx="7292926" cy="17897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205046" y="3651861"/>
            <a:ext cx="698695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Assembleur:</a:t>
            </a:r>
          </a:p>
          <a:p>
            <a:r>
              <a:rPr lang="de-DE" sz="2400" dirty="0"/>
              <a:t>1ere </a:t>
            </a:r>
            <a:r>
              <a:rPr lang="de-DE" sz="2400" dirty="0" err="1"/>
              <a:t>phase</a:t>
            </a:r>
            <a:r>
              <a:rPr lang="de-DE" sz="2400" dirty="0"/>
              <a:t> </a:t>
            </a:r>
            <a:r>
              <a:rPr lang="de-DE" sz="2400" dirty="0" err="1"/>
              <a:t>d‘assemblage</a:t>
            </a:r>
            <a:r>
              <a:rPr lang="de-DE" sz="2400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Génère</a:t>
            </a:r>
            <a:r>
              <a:rPr lang="de-DE" sz="2400" dirty="0"/>
              <a:t> </a:t>
            </a:r>
            <a:r>
              <a:rPr lang="de-DE" sz="2400" dirty="0" err="1"/>
              <a:t>un</a:t>
            </a:r>
            <a:r>
              <a:rPr lang="de-DE" sz="2400" dirty="0"/>
              <a:t> </a:t>
            </a:r>
            <a:r>
              <a:rPr lang="de-DE" sz="2400" dirty="0" err="1"/>
              <a:t>tableau</a:t>
            </a:r>
            <a:r>
              <a:rPr lang="de-DE" sz="2400" dirty="0"/>
              <a:t> de OP_CODE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/>
              <a:t>Analyse et </a:t>
            </a:r>
            <a:r>
              <a:rPr lang="de-DE" sz="2400" dirty="0" err="1"/>
              <a:t>décode</a:t>
            </a:r>
            <a:r>
              <a:rPr lang="de-DE" sz="2400" dirty="0"/>
              <a:t> les </a:t>
            </a:r>
            <a:r>
              <a:rPr lang="de-DE" sz="2400" dirty="0" err="1"/>
              <a:t>intstructions</a:t>
            </a:r>
            <a:r>
              <a:rPr lang="de-DE" sz="2400" dirty="0"/>
              <a:t> (</a:t>
            </a:r>
            <a:r>
              <a:rPr lang="de-DE" sz="2400" dirty="0" err="1"/>
              <a:t>parseur</a:t>
            </a:r>
            <a:r>
              <a:rPr lang="de-DE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Construit</a:t>
            </a:r>
            <a:r>
              <a:rPr lang="de-DE" sz="2400" dirty="0"/>
              <a:t> la liste des </a:t>
            </a:r>
            <a:r>
              <a:rPr lang="de-DE" sz="2400" dirty="0" err="1"/>
              <a:t>références</a:t>
            </a:r>
            <a:r>
              <a:rPr lang="de-DE" sz="2400" dirty="0"/>
              <a:t> </a:t>
            </a:r>
            <a:r>
              <a:rPr lang="de-DE" sz="2400" dirty="0" err="1"/>
              <a:t>indéfinies</a:t>
            </a:r>
            <a:endParaRPr lang="de-DE" sz="2400" dirty="0"/>
          </a:p>
          <a:p>
            <a:r>
              <a:rPr lang="de-DE" sz="2400" dirty="0"/>
              <a:t>2eme </a:t>
            </a:r>
            <a:r>
              <a:rPr lang="de-DE" sz="2400" dirty="0" err="1"/>
              <a:t>phase</a:t>
            </a:r>
            <a:r>
              <a:rPr lang="de-DE" sz="2400" dirty="0"/>
              <a:t> </a:t>
            </a:r>
            <a:r>
              <a:rPr lang="de-DE" sz="2400" dirty="0" err="1"/>
              <a:t>d‘assemblage</a:t>
            </a:r>
            <a:r>
              <a:rPr lang="de-DE" sz="2400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dirty="0" err="1"/>
              <a:t>Complète</a:t>
            </a:r>
            <a:r>
              <a:rPr lang="de-DE" sz="2400" dirty="0"/>
              <a:t> le </a:t>
            </a:r>
            <a:r>
              <a:rPr lang="de-DE" sz="2400" dirty="0" err="1"/>
              <a:t>tableau</a:t>
            </a:r>
            <a:r>
              <a:rPr lang="de-DE" sz="2400" dirty="0"/>
              <a:t> de OP_CODE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Résoud</a:t>
            </a:r>
            <a:r>
              <a:rPr lang="de-DE" sz="2400" dirty="0"/>
              <a:t> les </a:t>
            </a:r>
            <a:r>
              <a:rPr lang="de-DE" sz="2400" dirty="0" err="1"/>
              <a:t>références</a:t>
            </a:r>
            <a:r>
              <a:rPr lang="de-DE" sz="2400" dirty="0"/>
              <a:t> </a:t>
            </a:r>
            <a:r>
              <a:rPr lang="de-DE" sz="2400" dirty="0" err="1"/>
              <a:t>indéfinies</a:t>
            </a:r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6735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emi\Dropbox\Work\UPMC\ProjetInfoElec\20170224\grafcet3\asm\html\asm_8c_a3c04138a5bfe5d72780bb7e82a18e627_c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727" y="1690688"/>
            <a:ext cx="7919313" cy="4680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dirty="0" err="1"/>
              <a:t>Assembleur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95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Asm.h</a:t>
            </a:r>
            <a:r>
              <a:rPr lang="de-DE" dirty="0"/>
              <a:t>: </a:t>
            </a:r>
            <a:r>
              <a:rPr lang="de-DE" dirty="0" err="1"/>
              <a:t>Structures</a:t>
            </a:r>
            <a:r>
              <a:rPr lang="de-DE" dirty="0"/>
              <a:t> et variables globales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431235" y="1774987"/>
            <a:ext cx="77127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4070" y="1710291"/>
            <a:ext cx="66128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unsigned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codeSegment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MAX_CODESEGMENT_SIZE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];</a:t>
            </a:r>
            <a:endParaRPr lang="fr-FR" dirty="0">
              <a:solidFill>
                <a:srgbClr val="00808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currentInst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struct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instructionName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fr-FR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opcod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fr-FR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type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nbops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endParaRPr lang="fr-FR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tabInstructionNames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MAX_IDENTS_SIZE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];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currentInstructionName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34473" y="1720840"/>
            <a:ext cx="475752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struct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label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label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tabLabels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MAX_LABELS_SIZE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];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currentLabel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struct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ref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label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addrInCode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tabReferences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MAX_LABELS_SIZE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];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currentRef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949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Asm.h</a:t>
            </a:r>
            <a:r>
              <a:rPr lang="de-DE" dirty="0"/>
              <a:t>: </a:t>
            </a:r>
            <a:r>
              <a:rPr lang="de-DE" dirty="0" err="1"/>
              <a:t>Fonctions</a:t>
            </a:r>
            <a:endParaRPr lang="de-DE" dirty="0"/>
          </a:p>
        </p:txBody>
      </p:sp>
      <p:sp>
        <p:nvSpPr>
          <p:cNvPr id="3" name="Rectangle 2"/>
          <p:cNvSpPr/>
          <p:nvPr/>
        </p:nvSpPr>
        <p:spPr>
          <a:xfrm>
            <a:off x="132522" y="1774987"/>
            <a:ext cx="1249679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addCode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v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addInstructionName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instname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opcod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type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nbops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findLabel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addLabel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addReference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addrInCode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resolveReferences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decodeInstruction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line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parseAsm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FILE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fin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printLabels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dumpBinaryCode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generateBinary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FILE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fout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2522" y="-14053"/>
            <a:ext cx="12496799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parseAsm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FILE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line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fgets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strstr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en-US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16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"end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)==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</a:t>
            </a: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  <a:r>
              <a:rPr lang="fr-FR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]==</a:t>
            </a:r>
            <a:r>
              <a:rPr lang="fr-FR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'#'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  <a:r>
              <a:rPr lang="fr-FR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else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</a:t>
            </a:r>
            <a:r>
              <a:rPr lang="fr-FR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strstr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":"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</a:t>
            </a:r>
            <a:r>
              <a:rPr lang="fr-FR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!=</a:t>
            </a:r>
            <a:r>
              <a:rPr lang="fr-FR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NULL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'\0'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</a:t>
            </a:r>
            <a:endParaRPr lang="fr-FR" sz="16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addLabel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currentInst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</a:t>
            </a:r>
            <a:r>
              <a:rPr lang="fr-FR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else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decodeInstruction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pt-BR" sz="16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  <a:r>
              <a:rPr lang="fr-FR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fgets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100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3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263" y="79512"/>
            <a:ext cx="6096000" cy="477053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1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void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decodeInstruction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pt-B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j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k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pos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int_operand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found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dummy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25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string_operand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256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string_label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25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char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instname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25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This stuff just to get the instruction name in the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instname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string</a:t>
            </a: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pos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l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</a:t>
            </a:r>
            <a:r>
              <a:rPr lang="fr-FR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isalpha</a:t>
            </a:r>
            <a:r>
              <a:rPr lang="fr-FR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: renvoie 1 si l'argument est </a:t>
            </a:r>
            <a:r>
              <a:rPr lang="fr-FR" sz="14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alphabetic</a:t>
            </a:r>
            <a:endParaRPr lang="fr-FR" sz="14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while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(!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isalpha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pos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]))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pos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while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isalpha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pos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]))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instname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++]=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pos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++];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r>
              <a:rPr lang="fr-FR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instname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++]=</a:t>
            </a:r>
            <a:r>
              <a:rPr lang="fr-FR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6188765" y="-26504"/>
            <a:ext cx="6096000" cy="692497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currentInstructionName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++)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2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comp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strcmp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instname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name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comp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==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){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switch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type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){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no operands, just add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codop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to the code</a:t>
            </a: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</a:t>
            </a:r>
            <a:r>
              <a:rPr lang="fr-FR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nothing</a:t>
            </a:r>
            <a:r>
              <a:rPr lang="fr-FR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to </a:t>
            </a:r>
            <a:r>
              <a:rPr lang="fr-FR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resolve</a:t>
            </a:r>
            <a:endParaRPr lang="fr-FR" sz="12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case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found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opcod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break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one operand, of type integer</a:t>
            </a: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</a:t>
            </a:r>
            <a:r>
              <a:rPr lang="fr-FR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nothing</a:t>
            </a:r>
            <a:r>
              <a:rPr lang="fr-FR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to </a:t>
            </a:r>
            <a:r>
              <a:rPr lang="fr-FR" sz="12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resolve</a:t>
            </a:r>
            <a:endParaRPr lang="fr-FR" sz="1200" dirty="0">
              <a:solidFill>
                <a:srgbClr val="008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case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found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sscanf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fr-FR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format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dummy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,&amp;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int_operand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opcod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int_operand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break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one operand, and it's a label</a:t>
            </a:r>
          </a:p>
          <a:p>
            <a:pPr lvl="0"/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// check if there is something to resolve later</a:t>
            </a: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case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3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: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found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sscanf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line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format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dummy</a:t>
            </a:r>
            <a:r>
              <a:rPr lang="en-US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string_label</a:t>
            </a:r>
            <a:r>
              <a:rPr lang="en-US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tabInstructionNames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opcod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fl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findLabel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string_label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if</a:t>
            </a:r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fl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!=-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tabLabels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[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fl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].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addr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else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addReference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string_label</a:t>
            </a:r>
            <a:r>
              <a:rPr lang="fr-FR" sz="12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,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currentInst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  </a:t>
            </a:r>
            <a:r>
              <a:rPr lang="fr-FR" sz="12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addCode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(-</a:t>
            </a:r>
            <a:r>
              <a:rPr lang="fr-FR" sz="12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1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 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  </a:t>
            </a:r>
            <a:r>
              <a:rPr lang="fr-FR" sz="12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break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   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2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pPr lvl="0"/>
            <a:r>
              <a:rPr lang="fr-FR" sz="12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fr-FR" sz="12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88765" y="1294228"/>
            <a:ext cx="5810976" cy="92475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188765" y="2391509"/>
            <a:ext cx="5810976" cy="129422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88765" y="3840479"/>
            <a:ext cx="5810976" cy="240557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5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13183" y="1720840"/>
            <a:ext cx="991262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resolveReferences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fl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fr-FR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currentRef</a:t>
            </a:r>
            <a:r>
              <a:rPr lang="fr-FR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da-DK" dirty="0">
                <a:solidFill>
                  <a:srgbClr val="000000"/>
                </a:solidFill>
                <a:latin typeface="Courier New" panose="02070309020205020404" pitchFamily="49" charset="0"/>
              </a:rPr>
              <a:t>      fl</a:t>
            </a:r>
            <a:r>
              <a:rPr lang="da-DK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da-DK" dirty="0">
                <a:solidFill>
                  <a:srgbClr val="000000"/>
                </a:solidFill>
                <a:latin typeface="Courier New" panose="02070309020205020404" pitchFamily="49" charset="0"/>
              </a:rPr>
              <a:t>findLabel</a:t>
            </a:r>
            <a:r>
              <a:rPr lang="da-DK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da-DK" dirty="0">
                <a:solidFill>
                  <a:srgbClr val="000000"/>
                </a:solidFill>
                <a:latin typeface="Courier New" panose="02070309020205020404" pitchFamily="49" charset="0"/>
              </a:rPr>
              <a:t>tabReferences</a:t>
            </a:r>
            <a:r>
              <a:rPr lang="da-DK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da-DK" dirty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da-DK" b="1" dirty="0">
                <a:solidFill>
                  <a:srgbClr val="000080"/>
                </a:solidFill>
                <a:latin typeface="Courier New" panose="02070309020205020404" pitchFamily="49" charset="0"/>
              </a:rPr>
              <a:t>].</a:t>
            </a:r>
            <a:r>
              <a:rPr lang="da-DK" dirty="0">
                <a:solidFill>
                  <a:srgbClr val="000000"/>
                </a:solidFill>
                <a:latin typeface="Courier New" panose="02070309020205020404" pitchFamily="49" charset="0"/>
              </a:rPr>
              <a:t>label</a:t>
            </a:r>
            <a:r>
              <a:rPr lang="da-DK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endParaRPr lang="da-DK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codeSegment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tabReferences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addrInCode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]=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tabLabels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addr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1910147" y="3432517"/>
            <a:ext cx="8318698" cy="27046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8989255" y="3702985"/>
            <a:ext cx="253219" cy="36257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51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4117" y="1688121"/>
            <a:ext cx="103163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findLabel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*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b="1" dirty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fr-FR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currentLabel</a:t>
            </a:r>
            <a:r>
              <a:rPr lang="fr-FR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fr-FR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++)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strcmp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labelname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tabLabels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].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label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)==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fr-FR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i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fr-FR" b="1" dirty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fr-F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-</a:t>
            </a:r>
            <a:r>
              <a:rPr lang="fr-FR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fr-F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fr-FR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611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</TotalTime>
  <Words>886</Words>
  <Application>Microsoft Office PowerPoint</Application>
  <PresentationFormat>Widescreen</PresentationFormat>
  <Paragraphs>202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Projet Info EI2I3 – 20/3/2017</vt:lpstr>
      <vt:lpstr>PowerPoint Presentation</vt:lpstr>
      <vt:lpstr>Assembleur</vt:lpstr>
      <vt:lpstr>PowerPoint Presentation</vt:lpstr>
      <vt:lpstr>Asm.h: Structures et variables globales</vt:lpstr>
      <vt:lpstr>Asm.h: Fonctions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Remi</dc:creator>
  <cp:lastModifiedBy>Remi</cp:lastModifiedBy>
  <cp:revision>65</cp:revision>
  <dcterms:created xsi:type="dcterms:W3CDTF">2017-03-01T10:20:09Z</dcterms:created>
  <dcterms:modified xsi:type="dcterms:W3CDTF">2017-03-19T18:50:01Z</dcterms:modified>
</cp:coreProperties>
</file>