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7" r:id="rId2"/>
    <p:sldId id="280" r:id="rId3"/>
    <p:sldId id="274" r:id="rId4"/>
    <p:sldId id="259" r:id="rId5"/>
    <p:sldId id="273" r:id="rId6"/>
    <p:sldId id="276" r:id="rId7"/>
    <p:sldId id="258" r:id="rId8"/>
    <p:sldId id="261" r:id="rId9"/>
    <p:sldId id="282" r:id="rId10"/>
    <p:sldId id="283" r:id="rId11"/>
    <p:sldId id="284" r:id="rId12"/>
    <p:sldId id="262" r:id="rId13"/>
    <p:sldId id="275" r:id="rId14"/>
    <p:sldId id="263" r:id="rId15"/>
    <p:sldId id="264" r:id="rId16"/>
    <p:sldId id="265" r:id="rId17"/>
    <p:sldId id="266" r:id="rId18"/>
    <p:sldId id="269" r:id="rId19"/>
    <p:sldId id="268" r:id="rId20"/>
    <p:sldId id="277" r:id="rId21"/>
    <p:sldId id="270" r:id="rId22"/>
    <p:sldId id="278" r:id="rId23"/>
    <p:sldId id="271" r:id="rId24"/>
    <p:sldId id="279" r:id="rId25"/>
    <p:sldId id="287" r:id="rId26"/>
    <p:sldId id="285" r:id="rId27"/>
    <p:sldId id="286" r:id="rId2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58A290-6547-4AD1-8717-87A5004E601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36B49540-C60C-4A12-BC4B-822F3DB9432D}">
      <dgm:prSet phldrT="[Text]"/>
      <dgm:spPr/>
      <dgm:t>
        <a:bodyPr/>
        <a:lstStyle/>
        <a:p>
          <a:r>
            <a:rPr lang="en-US" dirty="0" err="1"/>
            <a:t>File.grafcet</a:t>
          </a:r>
          <a:endParaRPr lang="en-US" dirty="0"/>
        </a:p>
      </dgm:t>
    </dgm:pt>
    <dgm:pt modelId="{CFFE35AF-4AD4-4A65-B1DB-DF2DA49A39B9}" type="parTrans" cxnId="{338D59EB-EC9B-4027-8AC5-3158C112B5C7}">
      <dgm:prSet/>
      <dgm:spPr/>
      <dgm:t>
        <a:bodyPr/>
        <a:lstStyle/>
        <a:p>
          <a:endParaRPr lang="en-US"/>
        </a:p>
      </dgm:t>
    </dgm:pt>
    <dgm:pt modelId="{44844C29-2344-4CAB-81C2-4A181442B412}" type="sibTrans" cxnId="{338D59EB-EC9B-4027-8AC5-3158C112B5C7}">
      <dgm:prSet/>
      <dgm:spPr/>
      <dgm:t>
        <a:bodyPr/>
        <a:lstStyle/>
        <a:p>
          <a:endParaRPr lang="en-US"/>
        </a:p>
      </dgm:t>
    </dgm:pt>
    <dgm:pt modelId="{F5BCAE92-25D3-44E6-9540-7E91DD348136}">
      <dgm:prSet phldrT="[Text]"/>
      <dgm:spPr/>
      <dgm:t>
        <a:bodyPr/>
        <a:lstStyle/>
        <a:p>
          <a:r>
            <a:rPr lang="en-US" dirty="0"/>
            <a:t>File.asm</a:t>
          </a:r>
        </a:p>
      </dgm:t>
    </dgm:pt>
    <dgm:pt modelId="{3F7D0274-2775-4607-973A-FCD8EC90B1B9}" type="parTrans" cxnId="{FAE613A8-2959-47E0-B8C2-D0AF8BB24FA9}">
      <dgm:prSet/>
      <dgm:spPr/>
      <dgm:t>
        <a:bodyPr/>
        <a:lstStyle/>
        <a:p>
          <a:endParaRPr lang="en-US"/>
        </a:p>
      </dgm:t>
    </dgm:pt>
    <dgm:pt modelId="{6B9A71D2-BA48-41CA-995B-C3C9902A95C9}" type="sibTrans" cxnId="{FAE613A8-2959-47E0-B8C2-D0AF8BB24FA9}">
      <dgm:prSet/>
      <dgm:spPr/>
      <dgm:t>
        <a:bodyPr/>
        <a:lstStyle/>
        <a:p>
          <a:endParaRPr lang="en-US"/>
        </a:p>
      </dgm:t>
    </dgm:pt>
    <dgm:pt modelId="{4B9B0EC9-AE00-49F0-8948-C37FC0A17B07}">
      <dgm:prSet phldrT="[Text]"/>
      <dgm:spPr/>
      <dgm:t>
        <a:bodyPr/>
        <a:lstStyle/>
        <a:p>
          <a:r>
            <a:rPr lang="en-US" dirty="0" err="1"/>
            <a:t>File.bin</a:t>
          </a:r>
          <a:endParaRPr lang="en-US" dirty="0"/>
        </a:p>
      </dgm:t>
    </dgm:pt>
    <dgm:pt modelId="{822B548A-EEB3-48AE-9F49-54202AD17160}" type="parTrans" cxnId="{641101B0-1213-4FA2-9AB9-99ABCBC051B3}">
      <dgm:prSet/>
      <dgm:spPr/>
      <dgm:t>
        <a:bodyPr/>
        <a:lstStyle/>
        <a:p>
          <a:endParaRPr lang="en-US"/>
        </a:p>
      </dgm:t>
    </dgm:pt>
    <dgm:pt modelId="{DE9E0B7E-9863-4A1B-9BE0-98125395C442}" type="sibTrans" cxnId="{641101B0-1213-4FA2-9AB9-99ABCBC051B3}">
      <dgm:prSet/>
      <dgm:spPr/>
      <dgm:t>
        <a:bodyPr/>
        <a:lstStyle/>
        <a:p>
          <a:endParaRPr lang="en-US"/>
        </a:p>
      </dgm:t>
    </dgm:pt>
    <dgm:pt modelId="{8A7F87A0-DF4A-49BC-8BE0-C75836A48603}" type="pres">
      <dgm:prSet presAssocID="{CC58A290-6547-4AD1-8717-87A5004E6016}" presName="Name0" presStyleCnt="0">
        <dgm:presLayoutVars>
          <dgm:dir/>
          <dgm:resizeHandles val="exact"/>
        </dgm:presLayoutVars>
      </dgm:prSet>
      <dgm:spPr/>
    </dgm:pt>
    <dgm:pt modelId="{1F486C77-0D5C-490C-8408-4C51782FA7C4}" type="pres">
      <dgm:prSet presAssocID="{36B49540-C60C-4A12-BC4B-822F3DB9432D}" presName="node" presStyleLbl="node1" presStyleIdx="0" presStyleCnt="3" custScaleX="38189" custScaleY="54482">
        <dgm:presLayoutVars>
          <dgm:bulletEnabled val="1"/>
        </dgm:presLayoutVars>
      </dgm:prSet>
      <dgm:spPr/>
    </dgm:pt>
    <dgm:pt modelId="{C495AB4A-25B2-4900-B898-38F105591B32}" type="pres">
      <dgm:prSet presAssocID="{44844C29-2344-4CAB-81C2-4A181442B412}" presName="sibTrans" presStyleLbl="sibTrans2D1" presStyleIdx="0" presStyleCnt="2" custScaleX="46767" custScaleY="68260" custLinFactNeighborX="-64806" custLinFactNeighborY="0"/>
      <dgm:spPr/>
    </dgm:pt>
    <dgm:pt modelId="{79B4009B-4D0C-422E-8C93-99D4D6B8A095}" type="pres">
      <dgm:prSet presAssocID="{44844C29-2344-4CAB-81C2-4A181442B412}" presName="connectorText" presStyleLbl="sibTrans2D1" presStyleIdx="0" presStyleCnt="2"/>
      <dgm:spPr/>
    </dgm:pt>
    <dgm:pt modelId="{EB240314-D290-4485-83B4-83FCAA23589D}" type="pres">
      <dgm:prSet presAssocID="{F5BCAE92-25D3-44E6-9540-7E91DD348136}" presName="node" presStyleLbl="node1" presStyleIdx="1" presStyleCnt="3" custScaleX="38189" custScaleY="54482">
        <dgm:presLayoutVars>
          <dgm:bulletEnabled val="1"/>
        </dgm:presLayoutVars>
      </dgm:prSet>
      <dgm:spPr/>
    </dgm:pt>
    <dgm:pt modelId="{7A73B18A-FA2A-474F-8C56-A73C6F4AB6AB}" type="pres">
      <dgm:prSet presAssocID="{6B9A71D2-BA48-41CA-995B-C3C9902A95C9}" presName="sibTrans" presStyleLbl="sibTrans2D1" presStyleIdx="1" presStyleCnt="2" custScaleX="46767" custScaleY="68260" custLinFactNeighborX="-64806" custLinFactNeighborY="0"/>
      <dgm:spPr/>
    </dgm:pt>
    <dgm:pt modelId="{BE00FB4B-FBD5-4999-BA26-2980D5C3C039}" type="pres">
      <dgm:prSet presAssocID="{6B9A71D2-BA48-41CA-995B-C3C9902A95C9}" presName="connectorText" presStyleLbl="sibTrans2D1" presStyleIdx="1" presStyleCnt="2"/>
      <dgm:spPr/>
    </dgm:pt>
    <dgm:pt modelId="{0E954A93-BE35-4518-A895-20693CCD2DAB}" type="pres">
      <dgm:prSet presAssocID="{4B9B0EC9-AE00-49F0-8948-C37FC0A17B07}" presName="node" presStyleLbl="node1" presStyleIdx="2" presStyleCnt="3" custScaleX="38189" custScaleY="54482">
        <dgm:presLayoutVars>
          <dgm:bulletEnabled val="1"/>
        </dgm:presLayoutVars>
      </dgm:prSet>
      <dgm:spPr/>
    </dgm:pt>
  </dgm:ptLst>
  <dgm:cxnLst>
    <dgm:cxn modelId="{8519BF0B-EEDC-432B-82B9-B48212234B10}" type="presOf" srcId="{CC58A290-6547-4AD1-8717-87A5004E6016}" destId="{8A7F87A0-DF4A-49BC-8BE0-C75836A48603}" srcOrd="0" destOrd="0" presId="urn:microsoft.com/office/officeart/2005/8/layout/process1"/>
    <dgm:cxn modelId="{DE75BE13-6460-4959-86EC-47087B67ADDD}" type="presOf" srcId="{6B9A71D2-BA48-41CA-995B-C3C9902A95C9}" destId="{BE00FB4B-FBD5-4999-BA26-2980D5C3C039}" srcOrd="1" destOrd="0" presId="urn:microsoft.com/office/officeart/2005/8/layout/process1"/>
    <dgm:cxn modelId="{ECB47743-2D1B-44BF-8EFD-69546E1AFC1B}" type="presOf" srcId="{44844C29-2344-4CAB-81C2-4A181442B412}" destId="{C495AB4A-25B2-4900-B898-38F105591B32}" srcOrd="0" destOrd="0" presId="urn:microsoft.com/office/officeart/2005/8/layout/process1"/>
    <dgm:cxn modelId="{CA9D576A-5A41-4434-BF12-EA36D1006536}" type="presOf" srcId="{44844C29-2344-4CAB-81C2-4A181442B412}" destId="{79B4009B-4D0C-422E-8C93-99D4D6B8A095}" srcOrd="1" destOrd="0" presId="urn:microsoft.com/office/officeart/2005/8/layout/process1"/>
    <dgm:cxn modelId="{774C644E-EB93-4E90-B56D-94355C42DB6E}" type="presOf" srcId="{6B9A71D2-BA48-41CA-995B-C3C9902A95C9}" destId="{7A73B18A-FA2A-474F-8C56-A73C6F4AB6AB}" srcOrd="0" destOrd="0" presId="urn:microsoft.com/office/officeart/2005/8/layout/process1"/>
    <dgm:cxn modelId="{08050395-06D0-4873-AB21-195660DBC08B}" type="presOf" srcId="{36B49540-C60C-4A12-BC4B-822F3DB9432D}" destId="{1F486C77-0D5C-490C-8408-4C51782FA7C4}" srcOrd="0" destOrd="0" presId="urn:microsoft.com/office/officeart/2005/8/layout/process1"/>
    <dgm:cxn modelId="{FAE613A8-2959-47E0-B8C2-D0AF8BB24FA9}" srcId="{CC58A290-6547-4AD1-8717-87A5004E6016}" destId="{F5BCAE92-25D3-44E6-9540-7E91DD348136}" srcOrd="1" destOrd="0" parTransId="{3F7D0274-2775-4607-973A-FCD8EC90B1B9}" sibTransId="{6B9A71D2-BA48-41CA-995B-C3C9902A95C9}"/>
    <dgm:cxn modelId="{AA7B2AA8-38C1-4BB0-A924-B677EED23BFF}" type="presOf" srcId="{4B9B0EC9-AE00-49F0-8948-C37FC0A17B07}" destId="{0E954A93-BE35-4518-A895-20693CCD2DAB}" srcOrd="0" destOrd="0" presId="urn:microsoft.com/office/officeart/2005/8/layout/process1"/>
    <dgm:cxn modelId="{641101B0-1213-4FA2-9AB9-99ABCBC051B3}" srcId="{CC58A290-6547-4AD1-8717-87A5004E6016}" destId="{4B9B0EC9-AE00-49F0-8948-C37FC0A17B07}" srcOrd="2" destOrd="0" parTransId="{822B548A-EEB3-48AE-9F49-54202AD17160}" sibTransId="{DE9E0B7E-9863-4A1B-9BE0-98125395C442}"/>
    <dgm:cxn modelId="{BABC21CD-88EF-467B-B1EF-2977C5969BFA}" type="presOf" srcId="{F5BCAE92-25D3-44E6-9540-7E91DD348136}" destId="{EB240314-D290-4485-83B4-83FCAA23589D}" srcOrd="0" destOrd="0" presId="urn:microsoft.com/office/officeart/2005/8/layout/process1"/>
    <dgm:cxn modelId="{338D59EB-EC9B-4027-8AC5-3158C112B5C7}" srcId="{CC58A290-6547-4AD1-8717-87A5004E6016}" destId="{36B49540-C60C-4A12-BC4B-822F3DB9432D}" srcOrd="0" destOrd="0" parTransId="{CFFE35AF-4AD4-4A65-B1DB-DF2DA49A39B9}" sibTransId="{44844C29-2344-4CAB-81C2-4A181442B412}"/>
    <dgm:cxn modelId="{2C85BEA0-3DE9-43E5-A0A0-DC1811DED966}" type="presParOf" srcId="{8A7F87A0-DF4A-49BC-8BE0-C75836A48603}" destId="{1F486C77-0D5C-490C-8408-4C51782FA7C4}" srcOrd="0" destOrd="0" presId="urn:microsoft.com/office/officeart/2005/8/layout/process1"/>
    <dgm:cxn modelId="{ACA69BA2-E183-455D-8B2F-9D09256775DD}" type="presParOf" srcId="{8A7F87A0-DF4A-49BC-8BE0-C75836A48603}" destId="{C495AB4A-25B2-4900-B898-38F105591B32}" srcOrd="1" destOrd="0" presId="urn:microsoft.com/office/officeart/2005/8/layout/process1"/>
    <dgm:cxn modelId="{CD2E3320-54CB-46C1-8880-D1B1A8647049}" type="presParOf" srcId="{C495AB4A-25B2-4900-B898-38F105591B32}" destId="{79B4009B-4D0C-422E-8C93-99D4D6B8A095}" srcOrd="0" destOrd="0" presId="urn:microsoft.com/office/officeart/2005/8/layout/process1"/>
    <dgm:cxn modelId="{6D087182-40C6-4ED6-9B58-FD2351ED8491}" type="presParOf" srcId="{8A7F87A0-DF4A-49BC-8BE0-C75836A48603}" destId="{EB240314-D290-4485-83B4-83FCAA23589D}" srcOrd="2" destOrd="0" presId="urn:microsoft.com/office/officeart/2005/8/layout/process1"/>
    <dgm:cxn modelId="{C9984C0F-BBFE-4A2C-8ACA-292CE56AE5DE}" type="presParOf" srcId="{8A7F87A0-DF4A-49BC-8BE0-C75836A48603}" destId="{7A73B18A-FA2A-474F-8C56-A73C6F4AB6AB}" srcOrd="3" destOrd="0" presId="urn:microsoft.com/office/officeart/2005/8/layout/process1"/>
    <dgm:cxn modelId="{A843537D-8647-4DFF-BAF5-DC71AF18C880}" type="presParOf" srcId="{7A73B18A-FA2A-474F-8C56-A73C6F4AB6AB}" destId="{BE00FB4B-FBD5-4999-BA26-2980D5C3C039}" srcOrd="0" destOrd="0" presId="urn:microsoft.com/office/officeart/2005/8/layout/process1"/>
    <dgm:cxn modelId="{33685292-3875-4268-A866-C7ADC0468338}" type="presParOf" srcId="{8A7F87A0-DF4A-49BC-8BE0-C75836A48603}" destId="{0E954A93-BE35-4518-A895-20693CCD2DAB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58A290-6547-4AD1-8717-87A5004E601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36B49540-C60C-4A12-BC4B-822F3DB9432D}">
      <dgm:prSet phldrT="[Text]"/>
      <dgm:spPr/>
      <dgm:t>
        <a:bodyPr/>
        <a:lstStyle/>
        <a:p>
          <a:r>
            <a:rPr lang="en-US" dirty="0" err="1"/>
            <a:t>File.grafcet</a:t>
          </a:r>
          <a:endParaRPr lang="en-US" dirty="0"/>
        </a:p>
      </dgm:t>
    </dgm:pt>
    <dgm:pt modelId="{CFFE35AF-4AD4-4A65-B1DB-DF2DA49A39B9}" type="parTrans" cxnId="{338D59EB-EC9B-4027-8AC5-3158C112B5C7}">
      <dgm:prSet/>
      <dgm:spPr/>
      <dgm:t>
        <a:bodyPr/>
        <a:lstStyle/>
        <a:p>
          <a:endParaRPr lang="en-US"/>
        </a:p>
      </dgm:t>
    </dgm:pt>
    <dgm:pt modelId="{44844C29-2344-4CAB-81C2-4A181442B412}" type="sibTrans" cxnId="{338D59EB-EC9B-4027-8AC5-3158C112B5C7}">
      <dgm:prSet/>
      <dgm:spPr/>
      <dgm:t>
        <a:bodyPr/>
        <a:lstStyle/>
        <a:p>
          <a:endParaRPr lang="en-US"/>
        </a:p>
      </dgm:t>
    </dgm:pt>
    <dgm:pt modelId="{F5BCAE92-25D3-44E6-9540-7E91DD348136}">
      <dgm:prSet phldrT="[Text]"/>
      <dgm:spPr/>
      <dgm:t>
        <a:bodyPr/>
        <a:lstStyle/>
        <a:p>
          <a:r>
            <a:rPr lang="en-US" dirty="0"/>
            <a:t>File.asm</a:t>
          </a:r>
        </a:p>
      </dgm:t>
    </dgm:pt>
    <dgm:pt modelId="{3F7D0274-2775-4607-973A-FCD8EC90B1B9}" type="parTrans" cxnId="{FAE613A8-2959-47E0-B8C2-D0AF8BB24FA9}">
      <dgm:prSet/>
      <dgm:spPr/>
      <dgm:t>
        <a:bodyPr/>
        <a:lstStyle/>
        <a:p>
          <a:endParaRPr lang="en-US"/>
        </a:p>
      </dgm:t>
    </dgm:pt>
    <dgm:pt modelId="{6B9A71D2-BA48-41CA-995B-C3C9902A95C9}" type="sibTrans" cxnId="{FAE613A8-2959-47E0-B8C2-D0AF8BB24FA9}">
      <dgm:prSet/>
      <dgm:spPr/>
      <dgm:t>
        <a:bodyPr/>
        <a:lstStyle/>
        <a:p>
          <a:endParaRPr lang="en-US"/>
        </a:p>
      </dgm:t>
    </dgm:pt>
    <dgm:pt modelId="{4B9B0EC9-AE00-49F0-8948-C37FC0A17B07}">
      <dgm:prSet phldrT="[Text]"/>
      <dgm:spPr/>
      <dgm:t>
        <a:bodyPr/>
        <a:lstStyle/>
        <a:p>
          <a:r>
            <a:rPr lang="en-US" dirty="0" err="1"/>
            <a:t>File.bin</a:t>
          </a:r>
          <a:endParaRPr lang="en-US" dirty="0"/>
        </a:p>
      </dgm:t>
    </dgm:pt>
    <dgm:pt modelId="{822B548A-EEB3-48AE-9F49-54202AD17160}" type="parTrans" cxnId="{641101B0-1213-4FA2-9AB9-99ABCBC051B3}">
      <dgm:prSet/>
      <dgm:spPr/>
      <dgm:t>
        <a:bodyPr/>
        <a:lstStyle/>
        <a:p>
          <a:endParaRPr lang="en-US"/>
        </a:p>
      </dgm:t>
    </dgm:pt>
    <dgm:pt modelId="{DE9E0B7E-9863-4A1B-9BE0-98125395C442}" type="sibTrans" cxnId="{641101B0-1213-4FA2-9AB9-99ABCBC051B3}">
      <dgm:prSet/>
      <dgm:spPr/>
      <dgm:t>
        <a:bodyPr/>
        <a:lstStyle/>
        <a:p>
          <a:endParaRPr lang="en-US"/>
        </a:p>
      </dgm:t>
    </dgm:pt>
    <dgm:pt modelId="{8A7F87A0-DF4A-49BC-8BE0-C75836A48603}" type="pres">
      <dgm:prSet presAssocID="{CC58A290-6547-4AD1-8717-87A5004E6016}" presName="Name0" presStyleCnt="0">
        <dgm:presLayoutVars>
          <dgm:dir/>
          <dgm:resizeHandles val="exact"/>
        </dgm:presLayoutVars>
      </dgm:prSet>
      <dgm:spPr/>
    </dgm:pt>
    <dgm:pt modelId="{1F486C77-0D5C-490C-8408-4C51782FA7C4}" type="pres">
      <dgm:prSet presAssocID="{36B49540-C60C-4A12-BC4B-822F3DB9432D}" presName="node" presStyleLbl="node1" presStyleIdx="0" presStyleCnt="3" custScaleX="38189" custScaleY="54482">
        <dgm:presLayoutVars>
          <dgm:bulletEnabled val="1"/>
        </dgm:presLayoutVars>
      </dgm:prSet>
      <dgm:spPr/>
    </dgm:pt>
    <dgm:pt modelId="{C495AB4A-25B2-4900-B898-38F105591B32}" type="pres">
      <dgm:prSet presAssocID="{44844C29-2344-4CAB-81C2-4A181442B412}" presName="sibTrans" presStyleLbl="sibTrans2D1" presStyleIdx="0" presStyleCnt="2" custScaleX="46767" custScaleY="68260" custLinFactNeighborX="-64806" custLinFactNeighborY="0"/>
      <dgm:spPr/>
    </dgm:pt>
    <dgm:pt modelId="{79B4009B-4D0C-422E-8C93-99D4D6B8A095}" type="pres">
      <dgm:prSet presAssocID="{44844C29-2344-4CAB-81C2-4A181442B412}" presName="connectorText" presStyleLbl="sibTrans2D1" presStyleIdx="0" presStyleCnt="2"/>
      <dgm:spPr/>
    </dgm:pt>
    <dgm:pt modelId="{EB240314-D290-4485-83B4-83FCAA23589D}" type="pres">
      <dgm:prSet presAssocID="{F5BCAE92-25D3-44E6-9540-7E91DD348136}" presName="node" presStyleLbl="node1" presStyleIdx="1" presStyleCnt="3" custScaleX="38189" custScaleY="54482">
        <dgm:presLayoutVars>
          <dgm:bulletEnabled val="1"/>
        </dgm:presLayoutVars>
      </dgm:prSet>
      <dgm:spPr/>
    </dgm:pt>
    <dgm:pt modelId="{7A73B18A-FA2A-474F-8C56-A73C6F4AB6AB}" type="pres">
      <dgm:prSet presAssocID="{6B9A71D2-BA48-41CA-995B-C3C9902A95C9}" presName="sibTrans" presStyleLbl="sibTrans2D1" presStyleIdx="1" presStyleCnt="2" custScaleX="46767" custScaleY="68260" custLinFactNeighborX="-64806" custLinFactNeighborY="0"/>
      <dgm:spPr/>
    </dgm:pt>
    <dgm:pt modelId="{BE00FB4B-FBD5-4999-BA26-2980D5C3C039}" type="pres">
      <dgm:prSet presAssocID="{6B9A71D2-BA48-41CA-995B-C3C9902A95C9}" presName="connectorText" presStyleLbl="sibTrans2D1" presStyleIdx="1" presStyleCnt="2"/>
      <dgm:spPr/>
    </dgm:pt>
    <dgm:pt modelId="{0E954A93-BE35-4518-A895-20693CCD2DAB}" type="pres">
      <dgm:prSet presAssocID="{4B9B0EC9-AE00-49F0-8948-C37FC0A17B07}" presName="node" presStyleLbl="node1" presStyleIdx="2" presStyleCnt="3" custScaleX="38189" custScaleY="54482">
        <dgm:presLayoutVars>
          <dgm:bulletEnabled val="1"/>
        </dgm:presLayoutVars>
      </dgm:prSet>
      <dgm:spPr/>
    </dgm:pt>
  </dgm:ptLst>
  <dgm:cxnLst>
    <dgm:cxn modelId="{8519BF0B-EEDC-432B-82B9-B48212234B10}" type="presOf" srcId="{CC58A290-6547-4AD1-8717-87A5004E6016}" destId="{8A7F87A0-DF4A-49BC-8BE0-C75836A48603}" srcOrd="0" destOrd="0" presId="urn:microsoft.com/office/officeart/2005/8/layout/process1"/>
    <dgm:cxn modelId="{DE75BE13-6460-4959-86EC-47087B67ADDD}" type="presOf" srcId="{6B9A71D2-BA48-41CA-995B-C3C9902A95C9}" destId="{BE00FB4B-FBD5-4999-BA26-2980D5C3C039}" srcOrd="1" destOrd="0" presId="urn:microsoft.com/office/officeart/2005/8/layout/process1"/>
    <dgm:cxn modelId="{ECB47743-2D1B-44BF-8EFD-69546E1AFC1B}" type="presOf" srcId="{44844C29-2344-4CAB-81C2-4A181442B412}" destId="{C495AB4A-25B2-4900-B898-38F105591B32}" srcOrd="0" destOrd="0" presId="urn:microsoft.com/office/officeart/2005/8/layout/process1"/>
    <dgm:cxn modelId="{CA9D576A-5A41-4434-BF12-EA36D1006536}" type="presOf" srcId="{44844C29-2344-4CAB-81C2-4A181442B412}" destId="{79B4009B-4D0C-422E-8C93-99D4D6B8A095}" srcOrd="1" destOrd="0" presId="urn:microsoft.com/office/officeart/2005/8/layout/process1"/>
    <dgm:cxn modelId="{774C644E-EB93-4E90-B56D-94355C42DB6E}" type="presOf" srcId="{6B9A71D2-BA48-41CA-995B-C3C9902A95C9}" destId="{7A73B18A-FA2A-474F-8C56-A73C6F4AB6AB}" srcOrd="0" destOrd="0" presId="urn:microsoft.com/office/officeart/2005/8/layout/process1"/>
    <dgm:cxn modelId="{08050395-06D0-4873-AB21-195660DBC08B}" type="presOf" srcId="{36B49540-C60C-4A12-BC4B-822F3DB9432D}" destId="{1F486C77-0D5C-490C-8408-4C51782FA7C4}" srcOrd="0" destOrd="0" presId="urn:microsoft.com/office/officeart/2005/8/layout/process1"/>
    <dgm:cxn modelId="{FAE613A8-2959-47E0-B8C2-D0AF8BB24FA9}" srcId="{CC58A290-6547-4AD1-8717-87A5004E6016}" destId="{F5BCAE92-25D3-44E6-9540-7E91DD348136}" srcOrd="1" destOrd="0" parTransId="{3F7D0274-2775-4607-973A-FCD8EC90B1B9}" sibTransId="{6B9A71D2-BA48-41CA-995B-C3C9902A95C9}"/>
    <dgm:cxn modelId="{AA7B2AA8-38C1-4BB0-A924-B677EED23BFF}" type="presOf" srcId="{4B9B0EC9-AE00-49F0-8948-C37FC0A17B07}" destId="{0E954A93-BE35-4518-A895-20693CCD2DAB}" srcOrd="0" destOrd="0" presId="urn:microsoft.com/office/officeart/2005/8/layout/process1"/>
    <dgm:cxn modelId="{641101B0-1213-4FA2-9AB9-99ABCBC051B3}" srcId="{CC58A290-6547-4AD1-8717-87A5004E6016}" destId="{4B9B0EC9-AE00-49F0-8948-C37FC0A17B07}" srcOrd="2" destOrd="0" parTransId="{822B548A-EEB3-48AE-9F49-54202AD17160}" sibTransId="{DE9E0B7E-9863-4A1B-9BE0-98125395C442}"/>
    <dgm:cxn modelId="{BABC21CD-88EF-467B-B1EF-2977C5969BFA}" type="presOf" srcId="{F5BCAE92-25D3-44E6-9540-7E91DD348136}" destId="{EB240314-D290-4485-83B4-83FCAA23589D}" srcOrd="0" destOrd="0" presId="urn:microsoft.com/office/officeart/2005/8/layout/process1"/>
    <dgm:cxn modelId="{338D59EB-EC9B-4027-8AC5-3158C112B5C7}" srcId="{CC58A290-6547-4AD1-8717-87A5004E6016}" destId="{36B49540-C60C-4A12-BC4B-822F3DB9432D}" srcOrd="0" destOrd="0" parTransId="{CFFE35AF-4AD4-4A65-B1DB-DF2DA49A39B9}" sibTransId="{44844C29-2344-4CAB-81C2-4A181442B412}"/>
    <dgm:cxn modelId="{2C85BEA0-3DE9-43E5-A0A0-DC1811DED966}" type="presParOf" srcId="{8A7F87A0-DF4A-49BC-8BE0-C75836A48603}" destId="{1F486C77-0D5C-490C-8408-4C51782FA7C4}" srcOrd="0" destOrd="0" presId="urn:microsoft.com/office/officeart/2005/8/layout/process1"/>
    <dgm:cxn modelId="{ACA69BA2-E183-455D-8B2F-9D09256775DD}" type="presParOf" srcId="{8A7F87A0-DF4A-49BC-8BE0-C75836A48603}" destId="{C495AB4A-25B2-4900-B898-38F105591B32}" srcOrd="1" destOrd="0" presId="urn:microsoft.com/office/officeart/2005/8/layout/process1"/>
    <dgm:cxn modelId="{CD2E3320-54CB-46C1-8880-D1B1A8647049}" type="presParOf" srcId="{C495AB4A-25B2-4900-B898-38F105591B32}" destId="{79B4009B-4D0C-422E-8C93-99D4D6B8A095}" srcOrd="0" destOrd="0" presId="urn:microsoft.com/office/officeart/2005/8/layout/process1"/>
    <dgm:cxn modelId="{6D087182-40C6-4ED6-9B58-FD2351ED8491}" type="presParOf" srcId="{8A7F87A0-DF4A-49BC-8BE0-C75836A48603}" destId="{EB240314-D290-4485-83B4-83FCAA23589D}" srcOrd="2" destOrd="0" presId="urn:microsoft.com/office/officeart/2005/8/layout/process1"/>
    <dgm:cxn modelId="{C9984C0F-BBFE-4A2C-8ACA-292CE56AE5DE}" type="presParOf" srcId="{8A7F87A0-DF4A-49BC-8BE0-C75836A48603}" destId="{7A73B18A-FA2A-474F-8C56-A73C6F4AB6AB}" srcOrd="3" destOrd="0" presId="urn:microsoft.com/office/officeart/2005/8/layout/process1"/>
    <dgm:cxn modelId="{A843537D-8647-4DFF-BAF5-DC71AF18C880}" type="presParOf" srcId="{7A73B18A-FA2A-474F-8C56-A73C6F4AB6AB}" destId="{BE00FB4B-FBD5-4999-BA26-2980D5C3C039}" srcOrd="0" destOrd="0" presId="urn:microsoft.com/office/officeart/2005/8/layout/process1"/>
    <dgm:cxn modelId="{33685292-3875-4268-A866-C7ADC0468338}" type="presParOf" srcId="{8A7F87A0-DF4A-49BC-8BE0-C75836A48603}" destId="{0E954A93-BE35-4518-A895-20693CCD2DAB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58A290-6547-4AD1-8717-87A5004E601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36B49540-C60C-4A12-BC4B-822F3DB9432D}">
      <dgm:prSet phldrT="[Text]"/>
      <dgm:spPr/>
      <dgm:t>
        <a:bodyPr/>
        <a:lstStyle/>
        <a:p>
          <a:pPr algn="ctr"/>
          <a:r>
            <a:rPr lang="en-US" dirty="0" err="1"/>
            <a:t>File.grafcet</a:t>
          </a:r>
          <a:endParaRPr lang="en-US" dirty="0"/>
        </a:p>
      </dgm:t>
    </dgm:pt>
    <dgm:pt modelId="{CFFE35AF-4AD4-4A65-B1DB-DF2DA49A39B9}" type="parTrans" cxnId="{338D59EB-EC9B-4027-8AC5-3158C112B5C7}">
      <dgm:prSet/>
      <dgm:spPr/>
      <dgm:t>
        <a:bodyPr/>
        <a:lstStyle/>
        <a:p>
          <a:pPr algn="ctr"/>
          <a:endParaRPr lang="en-US"/>
        </a:p>
      </dgm:t>
    </dgm:pt>
    <dgm:pt modelId="{44844C29-2344-4CAB-81C2-4A181442B412}" type="sibTrans" cxnId="{338D59EB-EC9B-4027-8AC5-3158C112B5C7}">
      <dgm:prSet/>
      <dgm:spPr/>
      <dgm:t>
        <a:bodyPr/>
        <a:lstStyle/>
        <a:p>
          <a:pPr algn="ctr"/>
          <a:endParaRPr lang="en-US"/>
        </a:p>
      </dgm:t>
    </dgm:pt>
    <dgm:pt modelId="{F5BCAE92-25D3-44E6-9540-7E91DD348136}">
      <dgm:prSet phldrT="[Text]"/>
      <dgm:spPr/>
      <dgm:t>
        <a:bodyPr/>
        <a:lstStyle/>
        <a:p>
          <a:pPr algn="ctr"/>
          <a:r>
            <a:rPr lang="en-US" dirty="0"/>
            <a:t>File.asm</a:t>
          </a:r>
        </a:p>
      </dgm:t>
    </dgm:pt>
    <dgm:pt modelId="{3F7D0274-2775-4607-973A-FCD8EC90B1B9}" type="parTrans" cxnId="{FAE613A8-2959-47E0-B8C2-D0AF8BB24FA9}">
      <dgm:prSet/>
      <dgm:spPr/>
      <dgm:t>
        <a:bodyPr/>
        <a:lstStyle/>
        <a:p>
          <a:pPr algn="ctr"/>
          <a:endParaRPr lang="en-US"/>
        </a:p>
      </dgm:t>
    </dgm:pt>
    <dgm:pt modelId="{6B9A71D2-BA48-41CA-995B-C3C9902A95C9}" type="sibTrans" cxnId="{FAE613A8-2959-47E0-B8C2-D0AF8BB24FA9}">
      <dgm:prSet/>
      <dgm:spPr/>
      <dgm:t>
        <a:bodyPr/>
        <a:lstStyle/>
        <a:p>
          <a:pPr algn="ctr"/>
          <a:endParaRPr lang="en-US"/>
        </a:p>
      </dgm:t>
    </dgm:pt>
    <dgm:pt modelId="{8A7F87A0-DF4A-49BC-8BE0-C75836A48603}" type="pres">
      <dgm:prSet presAssocID="{CC58A290-6547-4AD1-8717-87A5004E6016}" presName="Name0" presStyleCnt="0">
        <dgm:presLayoutVars>
          <dgm:dir/>
          <dgm:resizeHandles val="exact"/>
        </dgm:presLayoutVars>
      </dgm:prSet>
      <dgm:spPr/>
    </dgm:pt>
    <dgm:pt modelId="{1F486C77-0D5C-490C-8408-4C51782FA7C4}" type="pres">
      <dgm:prSet presAssocID="{36B49540-C60C-4A12-BC4B-822F3DB9432D}" presName="node" presStyleLbl="node1" presStyleIdx="0" presStyleCnt="2" custLinFactNeighborX="-117">
        <dgm:presLayoutVars>
          <dgm:bulletEnabled val="1"/>
        </dgm:presLayoutVars>
      </dgm:prSet>
      <dgm:spPr/>
    </dgm:pt>
    <dgm:pt modelId="{C495AB4A-25B2-4900-B898-38F105591B32}" type="pres">
      <dgm:prSet presAssocID="{44844C29-2344-4CAB-81C2-4A181442B412}" presName="sibTrans" presStyleLbl="sibTrans2D1" presStyleIdx="0" presStyleCnt="1"/>
      <dgm:spPr/>
    </dgm:pt>
    <dgm:pt modelId="{79B4009B-4D0C-422E-8C93-99D4D6B8A095}" type="pres">
      <dgm:prSet presAssocID="{44844C29-2344-4CAB-81C2-4A181442B412}" presName="connectorText" presStyleLbl="sibTrans2D1" presStyleIdx="0" presStyleCnt="1"/>
      <dgm:spPr/>
    </dgm:pt>
    <dgm:pt modelId="{EB240314-D290-4485-83B4-83FCAA23589D}" type="pres">
      <dgm:prSet presAssocID="{F5BCAE92-25D3-44E6-9540-7E91DD348136}" presName="node" presStyleLbl="node1" presStyleIdx="1" presStyleCnt="2">
        <dgm:presLayoutVars>
          <dgm:bulletEnabled val="1"/>
        </dgm:presLayoutVars>
      </dgm:prSet>
      <dgm:spPr/>
    </dgm:pt>
  </dgm:ptLst>
  <dgm:cxnLst>
    <dgm:cxn modelId="{8519BF0B-EEDC-432B-82B9-B48212234B10}" type="presOf" srcId="{CC58A290-6547-4AD1-8717-87A5004E6016}" destId="{8A7F87A0-DF4A-49BC-8BE0-C75836A48603}" srcOrd="0" destOrd="0" presId="urn:microsoft.com/office/officeart/2005/8/layout/process1"/>
    <dgm:cxn modelId="{ECB47743-2D1B-44BF-8EFD-69546E1AFC1B}" type="presOf" srcId="{44844C29-2344-4CAB-81C2-4A181442B412}" destId="{C495AB4A-25B2-4900-B898-38F105591B32}" srcOrd="0" destOrd="0" presId="urn:microsoft.com/office/officeart/2005/8/layout/process1"/>
    <dgm:cxn modelId="{CA9D576A-5A41-4434-BF12-EA36D1006536}" type="presOf" srcId="{44844C29-2344-4CAB-81C2-4A181442B412}" destId="{79B4009B-4D0C-422E-8C93-99D4D6B8A095}" srcOrd="1" destOrd="0" presId="urn:microsoft.com/office/officeart/2005/8/layout/process1"/>
    <dgm:cxn modelId="{08050395-06D0-4873-AB21-195660DBC08B}" type="presOf" srcId="{36B49540-C60C-4A12-BC4B-822F3DB9432D}" destId="{1F486C77-0D5C-490C-8408-4C51782FA7C4}" srcOrd="0" destOrd="0" presId="urn:microsoft.com/office/officeart/2005/8/layout/process1"/>
    <dgm:cxn modelId="{FAE613A8-2959-47E0-B8C2-D0AF8BB24FA9}" srcId="{CC58A290-6547-4AD1-8717-87A5004E6016}" destId="{F5BCAE92-25D3-44E6-9540-7E91DD348136}" srcOrd="1" destOrd="0" parTransId="{3F7D0274-2775-4607-973A-FCD8EC90B1B9}" sibTransId="{6B9A71D2-BA48-41CA-995B-C3C9902A95C9}"/>
    <dgm:cxn modelId="{BABC21CD-88EF-467B-B1EF-2977C5969BFA}" type="presOf" srcId="{F5BCAE92-25D3-44E6-9540-7E91DD348136}" destId="{EB240314-D290-4485-83B4-83FCAA23589D}" srcOrd="0" destOrd="0" presId="urn:microsoft.com/office/officeart/2005/8/layout/process1"/>
    <dgm:cxn modelId="{338D59EB-EC9B-4027-8AC5-3158C112B5C7}" srcId="{CC58A290-6547-4AD1-8717-87A5004E6016}" destId="{36B49540-C60C-4A12-BC4B-822F3DB9432D}" srcOrd="0" destOrd="0" parTransId="{CFFE35AF-4AD4-4A65-B1DB-DF2DA49A39B9}" sibTransId="{44844C29-2344-4CAB-81C2-4A181442B412}"/>
    <dgm:cxn modelId="{2C85BEA0-3DE9-43E5-A0A0-DC1811DED966}" type="presParOf" srcId="{8A7F87A0-DF4A-49BC-8BE0-C75836A48603}" destId="{1F486C77-0D5C-490C-8408-4C51782FA7C4}" srcOrd="0" destOrd="0" presId="urn:microsoft.com/office/officeart/2005/8/layout/process1"/>
    <dgm:cxn modelId="{ACA69BA2-E183-455D-8B2F-9D09256775DD}" type="presParOf" srcId="{8A7F87A0-DF4A-49BC-8BE0-C75836A48603}" destId="{C495AB4A-25B2-4900-B898-38F105591B32}" srcOrd="1" destOrd="0" presId="urn:microsoft.com/office/officeart/2005/8/layout/process1"/>
    <dgm:cxn modelId="{CD2E3320-54CB-46C1-8880-D1B1A8647049}" type="presParOf" srcId="{C495AB4A-25B2-4900-B898-38F105591B32}" destId="{79B4009B-4D0C-422E-8C93-99D4D6B8A095}" srcOrd="0" destOrd="0" presId="urn:microsoft.com/office/officeart/2005/8/layout/process1"/>
    <dgm:cxn modelId="{6D087182-40C6-4ED6-9B58-FD2351ED8491}" type="presParOf" srcId="{8A7F87A0-DF4A-49BC-8BE0-C75836A48603}" destId="{EB240314-D290-4485-83B4-83FCAA23589D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7C020F1-28A7-450A-B9B4-4083F4D9B396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3E2C71-C806-4E8E-B0D2-A1C9B23D1450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 err="1"/>
            <a:t>gcc</a:t>
          </a:r>
          <a:r>
            <a:rPr lang="en-US" dirty="0"/>
            <a:t> -c</a:t>
          </a:r>
        </a:p>
      </dgm:t>
    </dgm:pt>
    <dgm:pt modelId="{4ECE7020-0568-4ACE-95CB-671D5FBA9AD4}" type="parTrans" cxnId="{FDA17892-3479-4292-B5F2-16FC18B6FFA1}">
      <dgm:prSet/>
      <dgm:spPr/>
      <dgm:t>
        <a:bodyPr/>
        <a:lstStyle/>
        <a:p>
          <a:endParaRPr lang="en-US"/>
        </a:p>
      </dgm:t>
    </dgm:pt>
    <dgm:pt modelId="{26D31373-1D7F-40CD-B005-01B8D0E1BE55}" type="sibTrans" cxnId="{FDA17892-3479-4292-B5F2-16FC18B6FFA1}">
      <dgm:prSet/>
      <dgm:spPr/>
      <dgm:t>
        <a:bodyPr/>
        <a:lstStyle/>
        <a:p>
          <a:endParaRPr lang="en-US"/>
        </a:p>
      </dgm:t>
    </dgm:pt>
    <dgm:pt modelId="{E8B1CB6A-2058-4D50-81FB-9569F7BAC28C}">
      <dgm:prSet phldrT="[Text]"/>
      <dgm:spPr/>
      <dgm:t>
        <a:bodyPr/>
        <a:lstStyle/>
        <a:p>
          <a:r>
            <a:rPr lang="en-US" dirty="0" err="1"/>
            <a:t>lex.yy.c</a:t>
          </a:r>
          <a:endParaRPr lang="en-US" dirty="0"/>
        </a:p>
        <a:p>
          <a:endParaRPr lang="en-US" dirty="0"/>
        </a:p>
      </dgm:t>
    </dgm:pt>
    <dgm:pt modelId="{29F9C5DA-C4E6-461A-9270-F1C6B06F3841}" type="parTrans" cxnId="{B4AB718E-606B-41F6-9E66-3D8CEC6AE9B7}">
      <dgm:prSet/>
      <dgm:spPr/>
      <dgm:t>
        <a:bodyPr/>
        <a:lstStyle/>
        <a:p>
          <a:endParaRPr lang="en-US"/>
        </a:p>
      </dgm:t>
    </dgm:pt>
    <dgm:pt modelId="{96F6BC75-FC1B-419D-B210-061ADE35EF6D}" type="sibTrans" cxnId="{B4AB718E-606B-41F6-9E66-3D8CEC6AE9B7}">
      <dgm:prSet/>
      <dgm:spPr/>
      <dgm:t>
        <a:bodyPr/>
        <a:lstStyle/>
        <a:p>
          <a:endParaRPr lang="en-US"/>
        </a:p>
      </dgm:t>
    </dgm:pt>
    <dgm:pt modelId="{A6BEDDD2-D6DA-4305-9AFF-F91E22DA3E91}">
      <dgm:prSet phldrT="[Text]"/>
      <dgm:spPr/>
      <dgm:t>
        <a:bodyPr/>
        <a:lstStyle/>
        <a:p>
          <a:r>
            <a:rPr lang="en-US" dirty="0" err="1"/>
            <a:t>y.tab.c</a:t>
          </a:r>
          <a:endParaRPr lang="en-US" dirty="0"/>
        </a:p>
        <a:p>
          <a:r>
            <a:rPr lang="en-US" dirty="0" err="1"/>
            <a:t>y.tab.h</a:t>
          </a:r>
          <a:r>
            <a:rPr lang="en-US" dirty="0"/>
            <a:t> </a:t>
          </a:r>
        </a:p>
      </dgm:t>
    </dgm:pt>
    <dgm:pt modelId="{53B4A8A3-C910-4FBB-97DE-28B72F997A6E}" type="parTrans" cxnId="{26EE4520-87CC-46AF-88B7-09A0BD4019D0}">
      <dgm:prSet/>
      <dgm:spPr/>
      <dgm:t>
        <a:bodyPr/>
        <a:lstStyle/>
        <a:p>
          <a:endParaRPr lang="en-US"/>
        </a:p>
      </dgm:t>
    </dgm:pt>
    <dgm:pt modelId="{C47D4996-DF6F-49EE-828E-397F2A466DED}" type="sibTrans" cxnId="{26EE4520-87CC-46AF-88B7-09A0BD4019D0}">
      <dgm:prSet/>
      <dgm:spPr/>
      <dgm:t>
        <a:bodyPr/>
        <a:lstStyle/>
        <a:p>
          <a:endParaRPr lang="en-US"/>
        </a:p>
      </dgm:t>
    </dgm:pt>
    <dgm:pt modelId="{D3A43ACB-78FF-4BD2-ABDB-B822B47D844E}">
      <dgm:prSet phldrT="[Text]"/>
      <dgm:spPr/>
      <dgm:t>
        <a:bodyPr/>
        <a:lstStyle/>
        <a:p>
          <a:r>
            <a:rPr lang="en-US" dirty="0" err="1"/>
            <a:t>Ast.c</a:t>
          </a:r>
          <a:endParaRPr lang="en-US" dirty="0"/>
        </a:p>
        <a:p>
          <a:r>
            <a:rPr lang="en-US" dirty="0" err="1"/>
            <a:t>Ast.h</a:t>
          </a:r>
          <a:endParaRPr lang="en-US" dirty="0"/>
        </a:p>
      </dgm:t>
    </dgm:pt>
    <dgm:pt modelId="{AEB89950-77F8-428D-97A7-580D794423C8}" type="parTrans" cxnId="{9DFA3752-931F-4066-9D27-B390EEEE2B79}">
      <dgm:prSet/>
      <dgm:spPr/>
      <dgm:t>
        <a:bodyPr/>
        <a:lstStyle/>
        <a:p>
          <a:endParaRPr lang="en-US"/>
        </a:p>
      </dgm:t>
    </dgm:pt>
    <dgm:pt modelId="{A4916C86-956E-4429-964C-C2E273F318EB}" type="sibTrans" cxnId="{9DFA3752-931F-4066-9D27-B390EEEE2B79}">
      <dgm:prSet/>
      <dgm:spPr/>
      <dgm:t>
        <a:bodyPr/>
        <a:lstStyle/>
        <a:p>
          <a:endParaRPr lang="en-US"/>
        </a:p>
      </dgm:t>
    </dgm:pt>
    <dgm:pt modelId="{337AAABD-B6A7-4AD6-AED0-7355814CD3F2}">
      <dgm:prSet/>
      <dgm:spPr>
        <a:solidFill>
          <a:schemeClr val="accent2"/>
        </a:solidFill>
      </dgm:spPr>
      <dgm:t>
        <a:bodyPr/>
        <a:lstStyle/>
        <a:p>
          <a:r>
            <a:rPr lang="en-US" dirty="0" err="1"/>
            <a:t>lex</a:t>
          </a:r>
          <a:endParaRPr lang="en-US" dirty="0"/>
        </a:p>
      </dgm:t>
    </dgm:pt>
    <dgm:pt modelId="{A2F29816-7990-4573-99D2-4DCA8194A7A8}" type="parTrans" cxnId="{F53493D4-F388-4318-8F29-A80AF6418A63}">
      <dgm:prSet/>
      <dgm:spPr/>
      <dgm:t>
        <a:bodyPr/>
        <a:lstStyle/>
        <a:p>
          <a:endParaRPr lang="en-US"/>
        </a:p>
      </dgm:t>
    </dgm:pt>
    <dgm:pt modelId="{E3073A5E-7160-4E5A-B410-A261B0E9D911}" type="sibTrans" cxnId="{F53493D4-F388-4318-8F29-A80AF6418A63}">
      <dgm:prSet/>
      <dgm:spPr/>
      <dgm:t>
        <a:bodyPr/>
        <a:lstStyle/>
        <a:p>
          <a:endParaRPr lang="en-US"/>
        </a:p>
      </dgm:t>
    </dgm:pt>
    <dgm:pt modelId="{3D51E544-CABB-4C41-8C9F-6413DA0DF336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bison</a:t>
          </a:r>
        </a:p>
      </dgm:t>
    </dgm:pt>
    <dgm:pt modelId="{26BB50BE-66D0-4539-9970-01D880534556}" type="parTrans" cxnId="{816614DB-2393-4D3D-A785-4E007E0CA046}">
      <dgm:prSet/>
      <dgm:spPr/>
      <dgm:t>
        <a:bodyPr/>
        <a:lstStyle/>
        <a:p>
          <a:endParaRPr lang="en-US"/>
        </a:p>
      </dgm:t>
    </dgm:pt>
    <dgm:pt modelId="{C25CDABA-B1D2-460D-9E21-7B54DFB9EE19}" type="sibTrans" cxnId="{816614DB-2393-4D3D-A785-4E007E0CA046}">
      <dgm:prSet/>
      <dgm:spPr/>
      <dgm:t>
        <a:bodyPr/>
        <a:lstStyle/>
        <a:p>
          <a:endParaRPr lang="en-US"/>
        </a:p>
      </dgm:t>
    </dgm:pt>
    <dgm:pt modelId="{51EC942F-7740-4358-B383-CEA727C19945}">
      <dgm:prSet/>
      <dgm:spPr/>
      <dgm:t>
        <a:bodyPr/>
        <a:lstStyle/>
        <a:p>
          <a:r>
            <a:rPr lang="en-US" dirty="0" err="1"/>
            <a:t>y.tab.o</a:t>
          </a:r>
          <a:endParaRPr lang="en-US" dirty="0"/>
        </a:p>
      </dgm:t>
    </dgm:pt>
    <dgm:pt modelId="{2D2AC48F-D586-4E62-9803-680B7FE7FDB2}" type="parTrans" cxnId="{28D087ED-7E91-4091-AD61-6EDB21F72818}">
      <dgm:prSet/>
      <dgm:spPr/>
      <dgm:t>
        <a:bodyPr/>
        <a:lstStyle/>
        <a:p>
          <a:endParaRPr lang="en-US"/>
        </a:p>
      </dgm:t>
    </dgm:pt>
    <dgm:pt modelId="{D90BD2E0-DE99-4731-AF28-482AC879EF3D}" type="sibTrans" cxnId="{28D087ED-7E91-4091-AD61-6EDB21F72818}">
      <dgm:prSet/>
      <dgm:spPr/>
      <dgm:t>
        <a:bodyPr/>
        <a:lstStyle/>
        <a:p>
          <a:endParaRPr lang="en-US"/>
        </a:p>
      </dgm:t>
    </dgm:pt>
    <dgm:pt modelId="{3AD0459A-1A8C-4E78-866C-F48B4A8857A6}">
      <dgm:prSet/>
      <dgm:spPr>
        <a:solidFill>
          <a:schemeClr val="accent2"/>
        </a:solidFill>
      </dgm:spPr>
      <dgm:t>
        <a:bodyPr/>
        <a:lstStyle/>
        <a:p>
          <a:r>
            <a:rPr lang="en-US" dirty="0" err="1"/>
            <a:t>gcc</a:t>
          </a:r>
          <a:endParaRPr lang="en-US" dirty="0"/>
        </a:p>
      </dgm:t>
    </dgm:pt>
    <dgm:pt modelId="{44EC4DD3-C90B-49CF-82D2-03C8320E11BF}" type="parTrans" cxnId="{AAE34E3B-6C03-4700-94A6-965A62B600CE}">
      <dgm:prSet/>
      <dgm:spPr/>
      <dgm:t>
        <a:bodyPr/>
        <a:lstStyle/>
        <a:p>
          <a:endParaRPr lang="en-US"/>
        </a:p>
      </dgm:t>
    </dgm:pt>
    <dgm:pt modelId="{2A61CD20-C97C-4293-9A2E-AE9A9E62733F}" type="sibTrans" cxnId="{AAE34E3B-6C03-4700-94A6-965A62B600CE}">
      <dgm:prSet/>
      <dgm:spPr/>
      <dgm:t>
        <a:bodyPr/>
        <a:lstStyle/>
        <a:p>
          <a:endParaRPr lang="en-US"/>
        </a:p>
      </dgm:t>
    </dgm:pt>
    <dgm:pt modelId="{12D03006-F58F-4C0A-9608-694347F7D5A3}">
      <dgm:prSet/>
      <dgm:spPr/>
      <dgm:t>
        <a:bodyPr/>
        <a:lstStyle/>
        <a:p>
          <a:r>
            <a:rPr lang="en-US" dirty="0" err="1"/>
            <a:t>Lex.yy.o</a:t>
          </a:r>
          <a:endParaRPr lang="en-US" dirty="0"/>
        </a:p>
      </dgm:t>
    </dgm:pt>
    <dgm:pt modelId="{1BBD8062-0C50-4A9E-BF4E-0B605633F5D5}" type="parTrans" cxnId="{3AB3E63F-890F-407B-98AE-5A5C24E7D814}">
      <dgm:prSet/>
      <dgm:spPr/>
      <dgm:t>
        <a:bodyPr/>
        <a:lstStyle/>
        <a:p>
          <a:endParaRPr lang="en-US"/>
        </a:p>
      </dgm:t>
    </dgm:pt>
    <dgm:pt modelId="{CD6F9E45-16CF-4932-BED5-DB9B60DDE745}" type="sibTrans" cxnId="{3AB3E63F-890F-407B-98AE-5A5C24E7D814}">
      <dgm:prSet/>
      <dgm:spPr/>
      <dgm:t>
        <a:bodyPr/>
        <a:lstStyle/>
        <a:p>
          <a:endParaRPr lang="en-US"/>
        </a:p>
      </dgm:t>
    </dgm:pt>
    <dgm:pt modelId="{407895D5-F856-479A-84F6-1EF19EAE0622}">
      <dgm:prSet/>
      <dgm:spPr/>
      <dgm:t>
        <a:bodyPr/>
        <a:lstStyle/>
        <a:p>
          <a:r>
            <a:rPr lang="en-US" dirty="0" err="1"/>
            <a:t>Ast.o</a:t>
          </a:r>
          <a:endParaRPr lang="en-US" dirty="0"/>
        </a:p>
      </dgm:t>
    </dgm:pt>
    <dgm:pt modelId="{8579F364-C092-4370-B12F-45FACC0B4857}" type="parTrans" cxnId="{EB08EE9E-45D9-4608-BB3E-D18389838C97}">
      <dgm:prSet/>
      <dgm:spPr/>
      <dgm:t>
        <a:bodyPr/>
        <a:lstStyle/>
        <a:p>
          <a:endParaRPr lang="en-US"/>
        </a:p>
      </dgm:t>
    </dgm:pt>
    <dgm:pt modelId="{16FFBF24-B845-4D28-9871-0D9346BAA805}" type="sibTrans" cxnId="{EB08EE9E-45D9-4608-BB3E-D18389838C97}">
      <dgm:prSet/>
      <dgm:spPr/>
      <dgm:t>
        <a:bodyPr/>
        <a:lstStyle/>
        <a:p>
          <a:endParaRPr lang="en-US"/>
        </a:p>
      </dgm:t>
    </dgm:pt>
    <dgm:pt modelId="{E4C7D272-7DB3-457E-B261-75D6D1E79A68}">
      <dgm:prSet/>
      <dgm:spPr>
        <a:solidFill>
          <a:schemeClr val="accent6"/>
        </a:solidFill>
      </dgm:spPr>
      <dgm:t>
        <a:bodyPr/>
        <a:lstStyle/>
        <a:p>
          <a:r>
            <a:rPr lang="en-US" dirty="0" err="1"/>
            <a:t>Grafcet</a:t>
          </a:r>
          <a:endParaRPr lang="en-US" dirty="0"/>
        </a:p>
      </dgm:t>
    </dgm:pt>
    <dgm:pt modelId="{BD0F637C-66D3-4704-9124-C51CB670BC25}" type="parTrans" cxnId="{F928BE1D-E7F3-41B5-BD71-D940A3D82A1B}">
      <dgm:prSet/>
      <dgm:spPr/>
      <dgm:t>
        <a:bodyPr/>
        <a:lstStyle/>
        <a:p>
          <a:endParaRPr lang="en-US"/>
        </a:p>
      </dgm:t>
    </dgm:pt>
    <dgm:pt modelId="{E347E0D6-2BD1-4F18-978E-AA7002192134}" type="sibTrans" cxnId="{F928BE1D-E7F3-41B5-BD71-D940A3D82A1B}">
      <dgm:prSet/>
      <dgm:spPr/>
      <dgm:t>
        <a:bodyPr/>
        <a:lstStyle/>
        <a:p>
          <a:endParaRPr lang="en-US"/>
        </a:p>
      </dgm:t>
    </dgm:pt>
    <dgm:pt modelId="{3AF00370-1D93-421B-9C86-C4D1D3814BA2}">
      <dgm:prSet/>
      <dgm:spPr/>
      <dgm:t>
        <a:bodyPr/>
        <a:lstStyle/>
        <a:p>
          <a:r>
            <a:rPr lang="en-US" dirty="0" err="1"/>
            <a:t>Grafcet.l</a:t>
          </a:r>
          <a:endParaRPr lang="en-US" dirty="0"/>
        </a:p>
      </dgm:t>
    </dgm:pt>
    <dgm:pt modelId="{0ABA38FA-E5CB-401E-A688-F1E352CEEBD6}" type="parTrans" cxnId="{EF291771-6B34-4685-9B8F-896514D9C71C}">
      <dgm:prSet/>
      <dgm:spPr/>
      <dgm:t>
        <a:bodyPr/>
        <a:lstStyle/>
        <a:p>
          <a:endParaRPr lang="en-US"/>
        </a:p>
      </dgm:t>
    </dgm:pt>
    <dgm:pt modelId="{8B68E959-1768-4583-882F-84F7B23FD30E}" type="sibTrans" cxnId="{EF291771-6B34-4685-9B8F-896514D9C71C}">
      <dgm:prSet/>
      <dgm:spPr/>
      <dgm:t>
        <a:bodyPr/>
        <a:lstStyle/>
        <a:p>
          <a:endParaRPr lang="en-US"/>
        </a:p>
      </dgm:t>
    </dgm:pt>
    <dgm:pt modelId="{8B452211-2507-48CC-AFDC-CE86A88B4283}">
      <dgm:prSet/>
      <dgm:spPr/>
      <dgm:t>
        <a:bodyPr/>
        <a:lstStyle/>
        <a:p>
          <a:r>
            <a:rPr lang="en-US" dirty="0" err="1"/>
            <a:t>Grafcet.y</a:t>
          </a:r>
          <a:endParaRPr lang="en-US" dirty="0"/>
        </a:p>
      </dgm:t>
    </dgm:pt>
    <dgm:pt modelId="{4B13D833-0948-41D3-A617-6F057C4800D8}" type="parTrans" cxnId="{AAFAA8FC-E92A-4629-A281-73981D166F7B}">
      <dgm:prSet/>
      <dgm:spPr/>
      <dgm:t>
        <a:bodyPr/>
        <a:lstStyle/>
        <a:p>
          <a:endParaRPr lang="en-US"/>
        </a:p>
      </dgm:t>
    </dgm:pt>
    <dgm:pt modelId="{2F2B8FAE-E71F-4EFC-B29D-F66B33A4F13E}" type="sibTrans" cxnId="{AAFAA8FC-E92A-4629-A281-73981D166F7B}">
      <dgm:prSet/>
      <dgm:spPr/>
      <dgm:t>
        <a:bodyPr/>
        <a:lstStyle/>
        <a:p>
          <a:endParaRPr lang="en-US"/>
        </a:p>
      </dgm:t>
    </dgm:pt>
    <dgm:pt modelId="{78D239C8-8859-433A-9258-70AD3D18C7A3}" type="pres">
      <dgm:prSet presAssocID="{97C020F1-28A7-450A-B9B4-4083F4D9B396}" presName="hierChild1" presStyleCnt="0">
        <dgm:presLayoutVars>
          <dgm:orgChart val="1"/>
          <dgm:chPref val="1"/>
          <dgm:dir val="rev"/>
          <dgm:animOne val="branch"/>
          <dgm:animLvl val="lvl"/>
          <dgm:resizeHandles/>
        </dgm:presLayoutVars>
      </dgm:prSet>
      <dgm:spPr/>
    </dgm:pt>
    <dgm:pt modelId="{89858906-0751-4CBC-AC7D-D79B14B407F4}" type="pres">
      <dgm:prSet presAssocID="{E4C7D272-7DB3-457E-B261-75D6D1E79A68}" presName="hierRoot1" presStyleCnt="0">
        <dgm:presLayoutVars>
          <dgm:hierBranch val="init"/>
        </dgm:presLayoutVars>
      </dgm:prSet>
      <dgm:spPr/>
    </dgm:pt>
    <dgm:pt modelId="{1BD0FE9E-9A27-43AF-889F-1524597A4DBE}" type="pres">
      <dgm:prSet presAssocID="{E4C7D272-7DB3-457E-B261-75D6D1E79A68}" presName="rootComposite1" presStyleCnt="0"/>
      <dgm:spPr/>
    </dgm:pt>
    <dgm:pt modelId="{B1C89453-05A3-4366-BB65-8034411C2135}" type="pres">
      <dgm:prSet presAssocID="{E4C7D272-7DB3-457E-B261-75D6D1E79A68}" presName="rootText1" presStyleLbl="node0" presStyleIdx="0" presStyleCnt="1">
        <dgm:presLayoutVars>
          <dgm:chPref val="3"/>
        </dgm:presLayoutVars>
      </dgm:prSet>
      <dgm:spPr/>
    </dgm:pt>
    <dgm:pt modelId="{94143A53-6832-4116-AA85-B948F9FA65F2}" type="pres">
      <dgm:prSet presAssocID="{E4C7D272-7DB3-457E-B261-75D6D1E79A68}" presName="rootConnector1" presStyleLbl="node1" presStyleIdx="0" presStyleCnt="0"/>
      <dgm:spPr/>
    </dgm:pt>
    <dgm:pt modelId="{3856B459-F37A-4AA0-85DF-CDEBF7E33123}" type="pres">
      <dgm:prSet presAssocID="{E4C7D272-7DB3-457E-B261-75D6D1E79A68}" presName="hierChild2" presStyleCnt="0"/>
      <dgm:spPr/>
    </dgm:pt>
    <dgm:pt modelId="{261E7987-FD6B-4D0E-887D-C5BDC849A1CC}" type="pres">
      <dgm:prSet presAssocID="{44EC4DD3-C90B-49CF-82D2-03C8320E11BF}" presName="Name66" presStyleLbl="parChTrans1D2" presStyleIdx="0" presStyleCnt="1"/>
      <dgm:spPr/>
    </dgm:pt>
    <dgm:pt modelId="{42ECC829-044C-446B-A451-C06E469216A0}" type="pres">
      <dgm:prSet presAssocID="{3AD0459A-1A8C-4E78-866C-F48B4A8857A6}" presName="hierRoot2" presStyleCnt="0">
        <dgm:presLayoutVars>
          <dgm:hierBranch val="init"/>
        </dgm:presLayoutVars>
      </dgm:prSet>
      <dgm:spPr/>
    </dgm:pt>
    <dgm:pt modelId="{7B5BB4B2-2837-4BA0-B863-0BE6424C2567}" type="pres">
      <dgm:prSet presAssocID="{3AD0459A-1A8C-4E78-866C-F48B4A8857A6}" presName="rootComposite" presStyleCnt="0"/>
      <dgm:spPr/>
    </dgm:pt>
    <dgm:pt modelId="{43DC45D2-4BFC-422F-9E06-23D8BEE271F1}" type="pres">
      <dgm:prSet presAssocID="{3AD0459A-1A8C-4E78-866C-F48B4A8857A6}" presName="rootText" presStyleLbl="node2" presStyleIdx="0" presStyleCnt="1">
        <dgm:presLayoutVars>
          <dgm:chPref val="3"/>
        </dgm:presLayoutVars>
      </dgm:prSet>
      <dgm:spPr/>
    </dgm:pt>
    <dgm:pt modelId="{7E082BE3-5A65-4463-ABA3-1734AF6A8CF9}" type="pres">
      <dgm:prSet presAssocID="{3AD0459A-1A8C-4E78-866C-F48B4A8857A6}" presName="rootConnector" presStyleLbl="node2" presStyleIdx="0" presStyleCnt="1"/>
      <dgm:spPr/>
    </dgm:pt>
    <dgm:pt modelId="{7CCFBFD5-D83F-49C6-B252-9BEB0DDFC4FB}" type="pres">
      <dgm:prSet presAssocID="{3AD0459A-1A8C-4E78-866C-F48B4A8857A6}" presName="hierChild4" presStyleCnt="0"/>
      <dgm:spPr/>
    </dgm:pt>
    <dgm:pt modelId="{5FBA4C21-96FB-43F8-B51B-0C995CF76B6E}" type="pres">
      <dgm:prSet presAssocID="{1BBD8062-0C50-4A9E-BF4E-0B605633F5D5}" presName="Name66" presStyleLbl="parChTrans1D3" presStyleIdx="0" presStyleCnt="3"/>
      <dgm:spPr/>
    </dgm:pt>
    <dgm:pt modelId="{C3DD2F50-E900-4AF4-91F4-F034211DC67B}" type="pres">
      <dgm:prSet presAssocID="{12D03006-F58F-4C0A-9608-694347F7D5A3}" presName="hierRoot2" presStyleCnt="0">
        <dgm:presLayoutVars>
          <dgm:hierBranch val="init"/>
        </dgm:presLayoutVars>
      </dgm:prSet>
      <dgm:spPr/>
    </dgm:pt>
    <dgm:pt modelId="{1B6C1740-1333-44A2-B295-98CD6EBBDABA}" type="pres">
      <dgm:prSet presAssocID="{12D03006-F58F-4C0A-9608-694347F7D5A3}" presName="rootComposite" presStyleCnt="0"/>
      <dgm:spPr/>
    </dgm:pt>
    <dgm:pt modelId="{EEC43D28-9A7C-4B8F-B374-AF5B6D96B11F}" type="pres">
      <dgm:prSet presAssocID="{12D03006-F58F-4C0A-9608-694347F7D5A3}" presName="rootText" presStyleLbl="node3" presStyleIdx="0" presStyleCnt="3">
        <dgm:presLayoutVars>
          <dgm:chPref val="3"/>
        </dgm:presLayoutVars>
      </dgm:prSet>
      <dgm:spPr/>
    </dgm:pt>
    <dgm:pt modelId="{47EB9F92-2701-4FA0-9B6B-645E88530F6A}" type="pres">
      <dgm:prSet presAssocID="{12D03006-F58F-4C0A-9608-694347F7D5A3}" presName="rootConnector" presStyleLbl="node3" presStyleIdx="0" presStyleCnt="3"/>
      <dgm:spPr/>
    </dgm:pt>
    <dgm:pt modelId="{BE819D3C-7BB5-41D2-B7EF-31FFC9685900}" type="pres">
      <dgm:prSet presAssocID="{12D03006-F58F-4C0A-9608-694347F7D5A3}" presName="hierChild4" presStyleCnt="0"/>
      <dgm:spPr/>
    </dgm:pt>
    <dgm:pt modelId="{C133522C-6A4E-4A19-B89D-DDC5104D619B}" type="pres">
      <dgm:prSet presAssocID="{12D03006-F58F-4C0A-9608-694347F7D5A3}" presName="hierChild5" presStyleCnt="0"/>
      <dgm:spPr/>
    </dgm:pt>
    <dgm:pt modelId="{7B47EA42-0B50-4B1C-AB1B-317AB186D147}" type="pres">
      <dgm:prSet presAssocID="{2D2AC48F-D586-4E62-9803-680B7FE7FDB2}" presName="Name66" presStyleLbl="parChTrans1D3" presStyleIdx="1" presStyleCnt="3"/>
      <dgm:spPr/>
    </dgm:pt>
    <dgm:pt modelId="{8DE44575-50B9-461A-91DB-BDE01F5E0239}" type="pres">
      <dgm:prSet presAssocID="{51EC942F-7740-4358-B383-CEA727C19945}" presName="hierRoot2" presStyleCnt="0">
        <dgm:presLayoutVars>
          <dgm:hierBranch val="init"/>
        </dgm:presLayoutVars>
      </dgm:prSet>
      <dgm:spPr/>
    </dgm:pt>
    <dgm:pt modelId="{94539978-AD64-4F21-B856-59B6F3F92278}" type="pres">
      <dgm:prSet presAssocID="{51EC942F-7740-4358-B383-CEA727C19945}" presName="rootComposite" presStyleCnt="0"/>
      <dgm:spPr/>
    </dgm:pt>
    <dgm:pt modelId="{230BF29A-AF3D-4DE0-88F5-267414FCCD77}" type="pres">
      <dgm:prSet presAssocID="{51EC942F-7740-4358-B383-CEA727C19945}" presName="rootText" presStyleLbl="node3" presStyleIdx="1" presStyleCnt="3">
        <dgm:presLayoutVars>
          <dgm:chPref val="3"/>
        </dgm:presLayoutVars>
      </dgm:prSet>
      <dgm:spPr/>
    </dgm:pt>
    <dgm:pt modelId="{706A22F7-8CEA-4A7F-A08A-60239D4D70C1}" type="pres">
      <dgm:prSet presAssocID="{51EC942F-7740-4358-B383-CEA727C19945}" presName="rootConnector" presStyleLbl="node3" presStyleIdx="1" presStyleCnt="3"/>
      <dgm:spPr/>
    </dgm:pt>
    <dgm:pt modelId="{8536B671-4C23-4C6A-91C7-C8BBE1748111}" type="pres">
      <dgm:prSet presAssocID="{51EC942F-7740-4358-B383-CEA727C19945}" presName="hierChild4" presStyleCnt="0"/>
      <dgm:spPr/>
    </dgm:pt>
    <dgm:pt modelId="{0395E397-AA5F-489F-A363-A82058DD4851}" type="pres">
      <dgm:prSet presAssocID="{4ECE7020-0568-4ACE-95CB-671D5FBA9AD4}" presName="Name66" presStyleLbl="parChTrans1D4" presStyleIdx="0" presStyleCnt="8"/>
      <dgm:spPr/>
    </dgm:pt>
    <dgm:pt modelId="{0923CCE7-1A90-44E4-87F9-DDD0935664AD}" type="pres">
      <dgm:prSet presAssocID="{733E2C71-C806-4E8E-B0D2-A1C9B23D1450}" presName="hierRoot2" presStyleCnt="0">
        <dgm:presLayoutVars>
          <dgm:hierBranch val="init"/>
        </dgm:presLayoutVars>
      </dgm:prSet>
      <dgm:spPr/>
    </dgm:pt>
    <dgm:pt modelId="{F0A97ED3-BA50-49EF-85A9-7B3DF533E014}" type="pres">
      <dgm:prSet presAssocID="{733E2C71-C806-4E8E-B0D2-A1C9B23D1450}" presName="rootComposite" presStyleCnt="0"/>
      <dgm:spPr/>
    </dgm:pt>
    <dgm:pt modelId="{687B25B7-B44A-4C6D-B1A3-7321DB176B79}" type="pres">
      <dgm:prSet presAssocID="{733E2C71-C806-4E8E-B0D2-A1C9B23D1450}" presName="rootText" presStyleLbl="node4" presStyleIdx="0" presStyleCnt="8">
        <dgm:presLayoutVars>
          <dgm:chPref val="3"/>
        </dgm:presLayoutVars>
      </dgm:prSet>
      <dgm:spPr/>
    </dgm:pt>
    <dgm:pt modelId="{E5E62C83-D0DE-4EDF-B78B-008CEBAC5151}" type="pres">
      <dgm:prSet presAssocID="{733E2C71-C806-4E8E-B0D2-A1C9B23D1450}" presName="rootConnector" presStyleLbl="node4" presStyleIdx="0" presStyleCnt="8"/>
      <dgm:spPr/>
    </dgm:pt>
    <dgm:pt modelId="{891AD002-8102-4C6D-8980-917BE1C74A20}" type="pres">
      <dgm:prSet presAssocID="{733E2C71-C806-4E8E-B0D2-A1C9B23D1450}" presName="hierChild4" presStyleCnt="0"/>
      <dgm:spPr/>
    </dgm:pt>
    <dgm:pt modelId="{20E1AB20-1F1C-439D-ABCD-1A01DF0E34F4}" type="pres">
      <dgm:prSet presAssocID="{29F9C5DA-C4E6-461A-9270-F1C6B06F3841}" presName="Name66" presStyleLbl="parChTrans1D4" presStyleIdx="1" presStyleCnt="8"/>
      <dgm:spPr/>
    </dgm:pt>
    <dgm:pt modelId="{2BE73050-9725-49DA-BE40-C09BD542D3A7}" type="pres">
      <dgm:prSet presAssocID="{E8B1CB6A-2058-4D50-81FB-9569F7BAC28C}" presName="hierRoot2" presStyleCnt="0">
        <dgm:presLayoutVars>
          <dgm:hierBranch val="init"/>
        </dgm:presLayoutVars>
      </dgm:prSet>
      <dgm:spPr/>
    </dgm:pt>
    <dgm:pt modelId="{9BA473FC-8EF0-4D3E-A16D-0BB74635F465}" type="pres">
      <dgm:prSet presAssocID="{E8B1CB6A-2058-4D50-81FB-9569F7BAC28C}" presName="rootComposite" presStyleCnt="0"/>
      <dgm:spPr/>
    </dgm:pt>
    <dgm:pt modelId="{58CBE84F-CF07-4095-A636-6498D55EB2DB}" type="pres">
      <dgm:prSet presAssocID="{E8B1CB6A-2058-4D50-81FB-9569F7BAC28C}" presName="rootText" presStyleLbl="node4" presStyleIdx="1" presStyleCnt="8">
        <dgm:presLayoutVars>
          <dgm:chPref val="3"/>
        </dgm:presLayoutVars>
      </dgm:prSet>
      <dgm:spPr/>
    </dgm:pt>
    <dgm:pt modelId="{B41A9F69-F329-406E-AD26-5B1A743B591C}" type="pres">
      <dgm:prSet presAssocID="{E8B1CB6A-2058-4D50-81FB-9569F7BAC28C}" presName="rootConnector" presStyleLbl="node4" presStyleIdx="1" presStyleCnt="8"/>
      <dgm:spPr/>
    </dgm:pt>
    <dgm:pt modelId="{5116AA9B-B87C-443A-AE7F-F22216F7BD8F}" type="pres">
      <dgm:prSet presAssocID="{E8B1CB6A-2058-4D50-81FB-9569F7BAC28C}" presName="hierChild4" presStyleCnt="0"/>
      <dgm:spPr/>
    </dgm:pt>
    <dgm:pt modelId="{504A1D2D-8BDA-4D53-8833-ACCE2391C2AD}" type="pres">
      <dgm:prSet presAssocID="{A2F29816-7990-4573-99D2-4DCA8194A7A8}" presName="Name66" presStyleLbl="parChTrans1D4" presStyleIdx="2" presStyleCnt="8"/>
      <dgm:spPr/>
    </dgm:pt>
    <dgm:pt modelId="{D541700D-37A1-4CC8-AEA2-605479F3CA81}" type="pres">
      <dgm:prSet presAssocID="{337AAABD-B6A7-4AD6-AED0-7355814CD3F2}" presName="hierRoot2" presStyleCnt="0">
        <dgm:presLayoutVars>
          <dgm:hierBranch val="init"/>
        </dgm:presLayoutVars>
      </dgm:prSet>
      <dgm:spPr/>
    </dgm:pt>
    <dgm:pt modelId="{95EE9D03-F893-4B07-B24C-D4C52BDCD282}" type="pres">
      <dgm:prSet presAssocID="{337AAABD-B6A7-4AD6-AED0-7355814CD3F2}" presName="rootComposite" presStyleCnt="0"/>
      <dgm:spPr/>
    </dgm:pt>
    <dgm:pt modelId="{3F537E15-41B9-4806-9E43-D0D0A1932474}" type="pres">
      <dgm:prSet presAssocID="{337AAABD-B6A7-4AD6-AED0-7355814CD3F2}" presName="rootText" presStyleLbl="node4" presStyleIdx="2" presStyleCnt="8">
        <dgm:presLayoutVars>
          <dgm:chPref val="3"/>
        </dgm:presLayoutVars>
      </dgm:prSet>
      <dgm:spPr/>
    </dgm:pt>
    <dgm:pt modelId="{39CF5691-4ED8-42AF-9284-49C771577B4E}" type="pres">
      <dgm:prSet presAssocID="{337AAABD-B6A7-4AD6-AED0-7355814CD3F2}" presName="rootConnector" presStyleLbl="node4" presStyleIdx="2" presStyleCnt="8"/>
      <dgm:spPr/>
    </dgm:pt>
    <dgm:pt modelId="{D4BA9F70-BAE7-4478-951F-01D91F4C059B}" type="pres">
      <dgm:prSet presAssocID="{337AAABD-B6A7-4AD6-AED0-7355814CD3F2}" presName="hierChild4" presStyleCnt="0"/>
      <dgm:spPr/>
    </dgm:pt>
    <dgm:pt modelId="{E0115F71-C8E4-4763-AA91-4863F0E25B35}" type="pres">
      <dgm:prSet presAssocID="{0ABA38FA-E5CB-401E-A688-F1E352CEEBD6}" presName="Name66" presStyleLbl="parChTrans1D4" presStyleIdx="3" presStyleCnt="8"/>
      <dgm:spPr/>
    </dgm:pt>
    <dgm:pt modelId="{BDAD50B7-BAC9-44F0-A73F-A2F3D56F1D39}" type="pres">
      <dgm:prSet presAssocID="{3AF00370-1D93-421B-9C86-C4D1D3814BA2}" presName="hierRoot2" presStyleCnt="0">
        <dgm:presLayoutVars>
          <dgm:hierBranch val="init"/>
        </dgm:presLayoutVars>
      </dgm:prSet>
      <dgm:spPr/>
    </dgm:pt>
    <dgm:pt modelId="{E663AD66-A95B-41AF-BE69-C8E2A344F3BC}" type="pres">
      <dgm:prSet presAssocID="{3AF00370-1D93-421B-9C86-C4D1D3814BA2}" presName="rootComposite" presStyleCnt="0"/>
      <dgm:spPr/>
    </dgm:pt>
    <dgm:pt modelId="{C4F7D8B6-C36E-4B24-9826-ABCB915D0043}" type="pres">
      <dgm:prSet presAssocID="{3AF00370-1D93-421B-9C86-C4D1D3814BA2}" presName="rootText" presStyleLbl="node4" presStyleIdx="3" presStyleCnt="8">
        <dgm:presLayoutVars>
          <dgm:chPref val="3"/>
        </dgm:presLayoutVars>
      </dgm:prSet>
      <dgm:spPr/>
    </dgm:pt>
    <dgm:pt modelId="{FD561FC3-76CE-4881-8C0A-7BC5CA8CB92E}" type="pres">
      <dgm:prSet presAssocID="{3AF00370-1D93-421B-9C86-C4D1D3814BA2}" presName="rootConnector" presStyleLbl="node4" presStyleIdx="3" presStyleCnt="8"/>
      <dgm:spPr/>
    </dgm:pt>
    <dgm:pt modelId="{DD5B5691-8095-412A-A534-1D4D548761E8}" type="pres">
      <dgm:prSet presAssocID="{3AF00370-1D93-421B-9C86-C4D1D3814BA2}" presName="hierChild4" presStyleCnt="0"/>
      <dgm:spPr/>
    </dgm:pt>
    <dgm:pt modelId="{1F4AFCD0-1E02-42EF-8ABA-A405C6F04EBA}" type="pres">
      <dgm:prSet presAssocID="{3AF00370-1D93-421B-9C86-C4D1D3814BA2}" presName="hierChild5" presStyleCnt="0"/>
      <dgm:spPr/>
    </dgm:pt>
    <dgm:pt modelId="{C74C1FF5-CCE2-403D-8DF5-7FB422514A4A}" type="pres">
      <dgm:prSet presAssocID="{337AAABD-B6A7-4AD6-AED0-7355814CD3F2}" presName="hierChild5" presStyleCnt="0"/>
      <dgm:spPr/>
    </dgm:pt>
    <dgm:pt modelId="{C649B50E-37DF-4FC8-A84B-541026CA020F}" type="pres">
      <dgm:prSet presAssocID="{E8B1CB6A-2058-4D50-81FB-9569F7BAC28C}" presName="hierChild5" presStyleCnt="0"/>
      <dgm:spPr/>
    </dgm:pt>
    <dgm:pt modelId="{778038DE-B719-4276-88F8-88FBD01E0E7C}" type="pres">
      <dgm:prSet presAssocID="{53B4A8A3-C910-4FBB-97DE-28B72F997A6E}" presName="Name66" presStyleLbl="parChTrans1D4" presStyleIdx="4" presStyleCnt="8"/>
      <dgm:spPr/>
    </dgm:pt>
    <dgm:pt modelId="{D08E0D66-5F5E-4F45-A9EB-3F0ECA81ADB6}" type="pres">
      <dgm:prSet presAssocID="{A6BEDDD2-D6DA-4305-9AFF-F91E22DA3E91}" presName="hierRoot2" presStyleCnt="0">
        <dgm:presLayoutVars>
          <dgm:hierBranch val="init"/>
        </dgm:presLayoutVars>
      </dgm:prSet>
      <dgm:spPr/>
    </dgm:pt>
    <dgm:pt modelId="{293E723B-FD4F-41A5-A6AC-3793A69FAA57}" type="pres">
      <dgm:prSet presAssocID="{A6BEDDD2-D6DA-4305-9AFF-F91E22DA3E91}" presName="rootComposite" presStyleCnt="0"/>
      <dgm:spPr/>
    </dgm:pt>
    <dgm:pt modelId="{4831DB25-0C36-4462-8660-A9794CE7FAD4}" type="pres">
      <dgm:prSet presAssocID="{A6BEDDD2-D6DA-4305-9AFF-F91E22DA3E91}" presName="rootText" presStyleLbl="node4" presStyleIdx="4" presStyleCnt="8">
        <dgm:presLayoutVars>
          <dgm:chPref val="3"/>
        </dgm:presLayoutVars>
      </dgm:prSet>
      <dgm:spPr/>
    </dgm:pt>
    <dgm:pt modelId="{22CAD8F3-1077-4B55-BDBB-1D990D5FB9EB}" type="pres">
      <dgm:prSet presAssocID="{A6BEDDD2-D6DA-4305-9AFF-F91E22DA3E91}" presName="rootConnector" presStyleLbl="node4" presStyleIdx="4" presStyleCnt="8"/>
      <dgm:spPr/>
    </dgm:pt>
    <dgm:pt modelId="{3AE3B4D8-0389-402E-BA17-6248B855436B}" type="pres">
      <dgm:prSet presAssocID="{A6BEDDD2-D6DA-4305-9AFF-F91E22DA3E91}" presName="hierChild4" presStyleCnt="0"/>
      <dgm:spPr/>
    </dgm:pt>
    <dgm:pt modelId="{4AE1D843-87F1-4D26-BEB8-739A62F07791}" type="pres">
      <dgm:prSet presAssocID="{26BB50BE-66D0-4539-9970-01D880534556}" presName="Name66" presStyleLbl="parChTrans1D4" presStyleIdx="5" presStyleCnt="8"/>
      <dgm:spPr/>
    </dgm:pt>
    <dgm:pt modelId="{80FC7488-10A5-476A-BDE2-8F353AE7C0BB}" type="pres">
      <dgm:prSet presAssocID="{3D51E544-CABB-4C41-8C9F-6413DA0DF336}" presName="hierRoot2" presStyleCnt="0">
        <dgm:presLayoutVars>
          <dgm:hierBranch val="init"/>
        </dgm:presLayoutVars>
      </dgm:prSet>
      <dgm:spPr/>
    </dgm:pt>
    <dgm:pt modelId="{05BCFEAF-559C-4237-9DAE-D51666FE1C97}" type="pres">
      <dgm:prSet presAssocID="{3D51E544-CABB-4C41-8C9F-6413DA0DF336}" presName="rootComposite" presStyleCnt="0"/>
      <dgm:spPr/>
    </dgm:pt>
    <dgm:pt modelId="{AAAF705F-2258-46D4-8946-58F70960A41B}" type="pres">
      <dgm:prSet presAssocID="{3D51E544-CABB-4C41-8C9F-6413DA0DF336}" presName="rootText" presStyleLbl="node4" presStyleIdx="5" presStyleCnt="8">
        <dgm:presLayoutVars>
          <dgm:chPref val="3"/>
        </dgm:presLayoutVars>
      </dgm:prSet>
      <dgm:spPr/>
    </dgm:pt>
    <dgm:pt modelId="{3BACEBCC-019E-49BE-B458-8680B60887CC}" type="pres">
      <dgm:prSet presAssocID="{3D51E544-CABB-4C41-8C9F-6413DA0DF336}" presName="rootConnector" presStyleLbl="node4" presStyleIdx="5" presStyleCnt="8"/>
      <dgm:spPr/>
    </dgm:pt>
    <dgm:pt modelId="{00E17174-255F-4AA3-BEFF-70CE8FDF58EA}" type="pres">
      <dgm:prSet presAssocID="{3D51E544-CABB-4C41-8C9F-6413DA0DF336}" presName="hierChild4" presStyleCnt="0"/>
      <dgm:spPr/>
    </dgm:pt>
    <dgm:pt modelId="{9A1CFB92-2A5D-4BE4-9CFC-31B64A783408}" type="pres">
      <dgm:prSet presAssocID="{4B13D833-0948-41D3-A617-6F057C4800D8}" presName="Name66" presStyleLbl="parChTrans1D4" presStyleIdx="6" presStyleCnt="8"/>
      <dgm:spPr/>
    </dgm:pt>
    <dgm:pt modelId="{002E532D-6508-4274-8A91-C95A12E2BEFF}" type="pres">
      <dgm:prSet presAssocID="{8B452211-2507-48CC-AFDC-CE86A88B4283}" presName="hierRoot2" presStyleCnt="0">
        <dgm:presLayoutVars>
          <dgm:hierBranch val="init"/>
        </dgm:presLayoutVars>
      </dgm:prSet>
      <dgm:spPr/>
    </dgm:pt>
    <dgm:pt modelId="{EA13E8A7-605D-4AF2-92F2-C680B5DDA916}" type="pres">
      <dgm:prSet presAssocID="{8B452211-2507-48CC-AFDC-CE86A88B4283}" presName="rootComposite" presStyleCnt="0"/>
      <dgm:spPr/>
    </dgm:pt>
    <dgm:pt modelId="{C02F3209-6FF4-4F2A-A6F6-4D9F9BE41472}" type="pres">
      <dgm:prSet presAssocID="{8B452211-2507-48CC-AFDC-CE86A88B4283}" presName="rootText" presStyleLbl="node4" presStyleIdx="6" presStyleCnt="8">
        <dgm:presLayoutVars>
          <dgm:chPref val="3"/>
        </dgm:presLayoutVars>
      </dgm:prSet>
      <dgm:spPr/>
    </dgm:pt>
    <dgm:pt modelId="{A5C72934-E992-41A2-8F5D-F4A564456EB4}" type="pres">
      <dgm:prSet presAssocID="{8B452211-2507-48CC-AFDC-CE86A88B4283}" presName="rootConnector" presStyleLbl="node4" presStyleIdx="6" presStyleCnt="8"/>
      <dgm:spPr/>
    </dgm:pt>
    <dgm:pt modelId="{89ECF177-4EEF-4EA2-84E3-E998F07A3492}" type="pres">
      <dgm:prSet presAssocID="{8B452211-2507-48CC-AFDC-CE86A88B4283}" presName="hierChild4" presStyleCnt="0"/>
      <dgm:spPr/>
    </dgm:pt>
    <dgm:pt modelId="{9800DD4F-BBD8-4296-9309-49FF61FF5D36}" type="pres">
      <dgm:prSet presAssocID="{8B452211-2507-48CC-AFDC-CE86A88B4283}" presName="hierChild5" presStyleCnt="0"/>
      <dgm:spPr/>
    </dgm:pt>
    <dgm:pt modelId="{3BA7766F-2A7D-49BF-9AA2-F4E974D00D8D}" type="pres">
      <dgm:prSet presAssocID="{3D51E544-CABB-4C41-8C9F-6413DA0DF336}" presName="hierChild5" presStyleCnt="0"/>
      <dgm:spPr/>
    </dgm:pt>
    <dgm:pt modelId="{60C02A63-2622-4C48-9AC0-DA6E71A6430E}" type="pres">
      <dgm:prSet presAssocID="{A6BEDDD2-D6DA-4305-9AFF-F91E22DA3E91}" presName="hierChild5" presStyleCnt="0"/>
      <dgm:spPr/>
    </dgm:pt>
    <dgm:pt modelId="{0B2CC472-22E8-41CD-B6D2-742C5674C089}" type="pres">
      <dgm:prSet presAssocID="{AEB89950-77F8-428D-97A7-580D794423C8}" presName="Name66" presStyleLbl="parChTrans1D4" presStyleIdx="7" presStyleCnt="8"/>
      <dgm:spPr/>
    </dgm:pt>
    <dgm:pt modelId="{BBA1AE22-5CB2-4632-8B1A-E9DF40106C76}" type="pres">
      <dgm:prSet presAssocID="{D3A43ACB-78FF-4BD2-ABDB-B822B47D844E}" presName="hierRoot2" presStyleCnt="0">
        <dgm:presLayoutVars>
          <dgm:hierBranch val="init"/>
        </dgm:presLayoutVars>
      </dgm:prSet>
      <dgm:spPr/>
    </dgm:pt>
    <dgm:pt modelId="{7050DF9A-803D-4F25-A95E-5D7BDB9D9DCF}" type="pres">
      <dgm:prSet presAssocID="{D3A43ACB-78FF-4BD2-ABDB-B822B47D844E}" presName="rootComposite" presStyleCnt="0"/>
      <dgm:spPr/>
    </dgm:pt>
    <dgm:pt modelId="{1378B605-9FA0-4426-8B04-298DF8D106D2}" type="pres">
      <dgm:prSet presAssocID="{D3A43ACB-78FF-4BD2-ABDB-B822B47D844E}" presName="rootText" presStyleLbl="node4" presStyleIdx="7" presStyleCnt="8">
        <dgm:presLayoutVars>
          <dgm:chPref val="3"/>
        </dgm:presLayoutVars>
      </dgm:prSet>
      <dgm:spPr/>
    </dgm:pt>
    <dgm:pt modelId="{4F0B7E12-CB4B-4094-8C5B-B99D5F71AC30}" type="pres">
      <dgm:prSet presAssocID="{D3A43ACB-78FF-4BD2-ABDB-B822B47D844E}" presName="rootConnector" presStyleLbl="node4" presStyleIdx="7" presStyleCnt="8"/>
      <dgm:spPr/>
    </dgm:pt>
    <dgm:pt modelId="{E42A40F9-8020-4E29-94DE-EEBC487A0281}" type="pres">
      <dgm:prSet presAssocID="{D3A43ACB-78FF-4BD2-ABDB-B822B47D844E}" presName="hierChild4" presStyleCnt="0"/>
      <dgm:spPr/>
    </dgm:pt>
    <dgm:pt modelId="{D033A8E6-D0C8-4594-8A03-CFEF25174977}" type="pres">
      <dgm:prSet presAssocID="{D3A43ACB-78FF-4BD2-ABDB-B822B47D844E}" presName="hierChild5" presStyleCnt="0"/>
      <dgm:spPr/>
    </dgm:pt>
    <dgm:pt modelId="{035F2116-FA9E-450A-9508-10D618B513AF}" type="pres">
      <dgm:prSet presAssocID="{733E2C71-C806-4E8E-B0D2-A1C9B23D1450}" presName="hierChild5" presStyleCnt="0"/>
      <dgm:spPr/>
    </dgm:pt>
    <dgm:pt modelId="{2D33C6CB-EB90-4F8C-902A-28D51957DEBD}" type="pres">
      <dgm:prSet presAssocID="{51EC942F-7740-4358-B383-CEA727C19945}" presName="hierChild5" presStyleCnt="0"/>
      <dgm:spPr/>
    </dgm:pt>
    <dgm:pt modelId="{F3F0562A-DFA1-4163-95CB-471615AE2FCE}" type="pres">
      <dgm:prSet presAssocID="{8579F364-C092-4370-B12F-45FACC0B4857}" presName="Name66" presStyleLbl="parChTrans1D3" presStyleIdx="2" presStyleCnt="3"/>
      <dgm:spPr/>
    </dgm:pt>
    <dgm:pt modelId="{C2C1BA5A-00C3-4B99-B2F3-BCB1CFCD1C2D}" type="pres">
      <dgm:prSet presAssocID="{407895D5-F856-479A-84F6-1EF19EAE0622}" presName="hierRoot2" presStyleCnt="0">
        <dgm:presLayoutVars>
          <dgm:hierBranch val="init"/>
        </dgm:presLayoutVars>
      </dgm:prSet>
      <dgm:spPr/>
    </dgm:pt>
    <dgm:pt modelId="{20B913B7-9EB5-492C-8D43-8EF95AD3C9A9}" type="pres">
      <dgm:prSet presAssocID="{407895D5-F856-479A-84F6-1EF19EAE0622}" presName="rootComposite" presStyleCnt="0"/>
      <dgm:spPr/>
    </dgm:pt>
    <dgm:pt modelId="{06B0DE0D-A893-4E48-8CDF-5122E17F9B64}" type="pres">
      <dgm:prSet presAssocID="{407895D5-F856-479A-84F6-1EF19EAE0622}" presName="rootText" presStyleLbl="node3" presStyleIdx="2" presStyleCnt="3">
        <dgm:presLayoutVars>
          <dgm:chPref val="3"/>
        </dgm:presLayoutVars>
      </dgm:prSet>
      <dgm:spPr/>
    </dgm:pt>
    <dgm:pt modelId="{23419DDF-8089-4666-B5E3-01A904792179}" type="pres">
      <dgm:prSet presAssocID="{407895D5-F856-479A-84F6-1EF19EAE0622}" presName="rootConnector" presStyleLbl="node3" presStyleIdx="2" presStyleCnt="3"/>
      <dgm:spPr/>
    </dgm:pt>
    <dgm:pt modelId="{365D1568-F437-4B39-8590-AE45CDFC92A6}" type="pres">
      <dgm:prSet presAssocID="{407895D5-F856-479A-84F6-1EF19EAE0622}" presName="hierChild4" presStyleCnt="0"/>
      <dgm:spPr/>
    </dgm:pt>
    <dgm:pt modelId="{FE44E489-31F5-4899-A4BC-75CA87EEE4A0}" type="pres">
      <dgm:prSet presAssocID="{407895D5-F856-479A-84F6-1EF19EAE0622}" presName="hierChild5" presStyleCnt="0"/>
      <dgm:spPr/>
    </dgm:pt>
    <dgm:pt modelId="{62FD2EFE-7C42-4767-9196-50049F8D5B9A}" type="pres">
      <dgm:prSet presAssocID="{3AD0459A-1A8C-4E78-866C-F48B4A8857A6}" presName="hierChild5" presStyleCnt="0"/>
      <dgm:spPr/>
    </dgm:pt>
    <dgm:pt modelId="{81CCF926-D10C-4955-A495-CFEF5A06EE49}" type="pres">
      <dgm:prSet presAssocID="{E4C7D272-7DB3-457E-B261-75D6D1E79A68}" presName="hierChild3" presStyleCnt="0"/>
      <dgm:spPr/>
    </dgm:pt>
  </dgm:ptLst>
  <dgm:cxnLst>
    <dgm:cxn modelId="{BBFDAE05-185B-40A6-8A3E-95F97A7D9E6B}" type="presOf" srcId="{E4C7D272-7DB3-457E-B261-75D6D1E79A68}" destId="{94143A53-6832-4116-AA85-B948F9FA65F2}" srcOrd="1" destOrd="0" presId="urn:microsoft.com/office/officeart/2009/3/layout/HorizontalOrganizationChart"/>
    <dgm:cxn modelId="{51B34018-63BA-4B5A-9A82-E76423FFB291}" type="presOf" srcId="{E8B1CB6A-2058-4D50-81FB-9569F7BAC28C}" destId="{B41A9F69-F329-406E-AD26-5B1A743B591C}" srcOrd="1" destOrd="0" presId="urn:microsoft.com/office/officeart/2009/3/layout/HorizontalOrganizationChart"/>
    <dgm:cxn modelId="{F928BE1D-E7F3-41B5-BD71-D940A3D82A1B}" srcId="{97C020F1-28A7-450A-B9B4-4083F4D9B396}" destId="{E4C7D272-7DB3-457E-B261-75D6D1E79A68}" srcOrd="0" destOrd="0" parTransId="{BD0F637C-66D3-4704-9124-C51CB670BC25}" sibTransId="{E347E0D6-2BD1-4F18-978E-AA7002192134}"/>
    <dgm:cxn modelId="{26EE4520-87CC-46AF-88B7-09A0BD4019D0}" srcId="{733E2C71-C806-4E8E-B0D2-A1C9B23D1450}" destId="{A6BEDDD2-D6DA-4305-9AFF-F91E22DA3E91}" srcOrd="1" destOrd="0" parTransId="{53B4A8A3-C910-4FBB-97DE-28B72F997A6E}" sibTransId="{C47D4996-DF6F-49EE-828E-397F2A466DED}"/>
    <dgm:cxn modelId="{4CC41F27-342F-4915-A194-393A99BF8258}" type="presOf" srcId="{337AAABD-B6A7-4AD6-AED0-7355814CD3F2}" destId="{39CF5691-4ED8-42AF-9284-49C771577B4E}" srcOrd="1" destOrd="0" presId="urn:microsoft.com/office/officeart/2009/3/layout/HorizontalOrganizationChart"/>
    <dgm:cxn modelId="{13E8462B-7EBC-40C5-B5F0-D486DF6FB1F2}" type="presOf" srcId="{8B452211-2507-48CC-AFDC-CE86A88B4283}" destId="{A5C72934-E992-41A2-8F5D-F4A564456EB4}" srcOrd="1" destOrd="0" presId="urn:microsoft.com/office/officeart/2009/3/layout/HorizontalOrganizationChart"/>
    <dgm:cxn modelId="{85139535-732B-4027-8938-1C5CC8E5F0CF}" type="presOf" srcId="{407895D5-F856-479A-84F6-1EF19EAE0622}" destId="{23419DDF-8089-4666-B5E3-01A904792179}" srcOrd="1" destOrd="0" presId="urn:microsoft.com/office/officeart/2009/3/layout/HorizontalOrganizationChart"/>
    <dgm:cxn modelId="{2373F939-7B4D-4606-9D26-8DEA7D7A899B}" type="presOf" srcId="{44EC4DD3-C90B-49CF-82D2-03C8320E11BF}" destId="{261E7987-FD6B-4D0E-887D-C5BDC849A1CC}" srcOrd="0" destOrd="0" presId="urn:microsoft.com/office/officeart/2009/3/layout/HorizontalOrganizationChart"/>
    <dgm:cxn modelId="{AAE34E3B-6C03-4700-94A6-965A62B600CE}" srcId="{E4C7D272-7DB3-457E-B261-75D6D1E79A68}" destId="{3AD0459A-1A8C-4E78-866C-F48B4A8857A6}" srcOrd="0" destOrd="0" parTransId="{44EC4DD3-C90B-49CF-82D2-03C8320E11BF}" sibTransId="{2A61CD20-C97C-4293-9A2E-AE9A9E62733F}"/>
    <dgm:cxn modelId="{3AB3E63F-890F-407B-98AE-5A5C24E7D814}" srcId="{3AD0459A-1A8C-4E78-866C-F48B4A8857A6}" destId="{12D03006-F58F-4C0A-9608-694347F7D5A3}" srcOrd="0" destOrd="0" parTransId="{1BBD8062-0C50-4A9E-BF4E-0B605633F5D5}" sibTransId="{CD6F9E45-16CF-4932-BED5-DB9B60DDE745}"/>
    <dgm:cxn modelId="{9A213E5B-9C9E-4DD6-99EF-8138196C7300}" type="presOf" srcId="{E8B1CB6A-2058-4D50-81FB-9569F7BAC28C}" destId="{58CBE84F-CF07-4095-A636-6498D55EB2DB}" srcOrd="0" destOrd="0" presId="urn:microsoft.com/office/officeart/2009/3/layout/HorizontalOrganizationChart"/>
    <dgm:cxn modelId="{9EEB364C-3E73-4CC3-99C0-6ACE05A10BD7}" type="presOf" srcId="{D3A43ACB-78FF-4BD2-ABDB-B822B47D844E}" destId="{1378B605-9FA0-4426-8B04-298DF8D106D2}" srcOrd="0" destOrd="0" presId="urn:microsoft.com/office/officeart/2009/3/layout/HorizontalOrganizationChart"/>
    <dgm:cxn modelId="{EBB81071-FC02-43A7-A35E-F90881453F18}" type="presOf" srcId="{3AD0459A-1A8C-4E78-866C-F48B4A8857A6}" destId="{43DC45D2-4BFC-422F-9E06-23D8BEE271F1}" srcOrd="0" destOrd="0" presId="urn:microsoft.com/office/officeart/2009/3/layout/HorizontalOrganizationChart"/>
    <dgm:cxn modelId="{EF291771-6B34-4685-9B8F-896514D9C71C}" srcId="{337AAABD-B6A7-4AD6-AED0-7355814CD3F2}" destId="{3AF00370-1D93-421B-9C86-C4D1D3814BA2}" srcOrd="0" destOrd="0" parTransId="{0ABA38FA-E5CB-401E-A688-F1E352CEEBD6}" sibTransId="{8B68E959-1768-4583-882F-84F7B23FD30E}"/>
    <dgm:cxn modelId="{ABB53671-E324-492D-A830-6716CCE49789}" type="presOf" srcId="{3AF00370-1D93-421B-9C86-C4D1D3814BA2}" destId="{C4F7D8B6-C36E-4B24-9826-ABCB915D0043}" srcOrd="0" destOrd="0" presId="urn:microsoft.com/office/officeart/2009/3/layout/HorizontalOrganizationChart"/>
    <dgm:cxn modelId="{9DFA3752-931F-4066-9D27-B390EEEE2B79}" srcId="{733E2C71-C806-4E8E-B0D2-A1C9B23D1450}" destId="{D3A43ACB-78FF-4BD2-ABDB-B822B47D844E}" srcOrd="2" destOrd="0" parTransId="{AEB89950-77F8-428D-97A7-580D794423C8}" sibTransId="{A4916C86-956E-4429-964C-C2E273F318EB}"/>
    <dgm:cxn modelId="{2E9B7874-CC96-4B75-B2CC-F0C441A736FF}" type="presOf" srcId="{3AF00370-1D93-421B-9C86-C4D1D3814BA2}" destId="{FD561FC3-76CE-4881-8C0A-7BC5CA8CB92E}" srcOrd="1" destOrd="0" presId="urn:microsoft.com/office/officeart/2009/3/layout/HorizontalOrganizationChart"/>
    <dgm:cxn modelId="{15C1DA7C-D796-4256-A215-D1DEC0EB581D}" type="presOf" srcId="{AEB89950-77F8-428D-97A7-580D794423C8}" destId="{0B2CC472-22E8-41CD-B6D2-742C5674C089}" srcOrd="0" destOrd="0" presId="urn:microsoft.com/office/officeart/2009/3/layout/HorizontalOrganizationChart"/>
    <dgm:cxn modelId="{7D2E847D-3610-4D13-BCB1-ECF4BFD10486}" type="presOf" srcId="{337AAABD-B6A7-4AD6-AED0-7355814CD3F2}" destId="{3F537E15-41B9-4806-9E43-D0D0A1932474}" srcOrd="0" destOrd="0" presId="urn:microsoft.com/office/officeart/2009/3/layout/HorizontalOrganizationChart"/>
    <dgm:cxn modelId="{B4AB718E-606B-41F6-9E66-3D8CEC6AE9B7}" srcId="{733E2C71-C806-4E8E-B0D2-A1C9B23D1450}" destId="{E8B1CB6A-2058-4D50-81FB-9569F7BAC28C}" srcOrd="0" destOrd="0" parTransId="{29F9C5DA-C4E6-461A-9270-F1C6B06F3841}" sibTransId="{96F6BC75-FC1B-419D-B210-061ADE35EF6D}"/>
    <dgm:cxn modelId="{D660A58E-2DD1-43CC-9A11-270E38F8AD00}" type="presOf" srcId="{29F9C5DA-C4E6-461A-9270-F1C6B06F3841}" destId="{20E1AB20-1F1C-439D-ABCD-1A01DF0E34F4}" srcOrd="0" destOrd="0" presId="urn:microsoft.com/office/officeart/2009/3/layout/HorizontalOrganizationChart"/>
    <dgm:cxn modelId="{D9161C91-0D02-4DF8-8762-256899E18405}" type="presOf" srcId="{8B452211-2507-48CC-AFDC-CE86A88B4283}" destId="{C02F3209-6FF4-4F2A-A6F6-4D9F9BE41472}" srcOrd="0" destOrd="0" presId="urn:microsoft.com/office/officeart/2009/3/layout/HorizontalOrganizationChart"/>
    <dgm:cxn modelId="{FDA17892-3479-4292-B5F2-16FC18B6FFA1}" srcId="{51EC942F-7740-4358-B383-CEA727C19945}" destId="{733E2C71-C806-4E8E-B0D2-A1C9B23D1450}" srcOrd="0" destOrd="0" parTransId="{4ECE7020-0568-4ACE-95CB-671D5FBA9AD4}" sibTransId="{26D31373-1D7F-40CD-B005-01B8D0E1BE55}"/>
    <dgm:cxn modelId="{D8C36D94-1DF6-4927-ACDD-1866B0C4E090}" type="presOf" srcId="{3D51E544-CABB-4C41-8C9F-6413DA0DF336}" destId="{3BACEBCC-019E-49BE-B458-8680B60887CC}" srcOrd="1" destOrd="0" presId="urn:microsoft.com/office/officeart/2009/3/layout/HorizontalOrganizationChart"/>
    <dgm:cxn modelId="{49643D99-1B09-4C36-8BD6-AB0E76493C30}" type="presOf" srcId="{97C020F1-28A7-450A-B9B4-4083F4D9B396}" destId="{78D239C8-8859-433A-9258-70AD3D18C7A3}" srcOrd="0" destOrd="0" presId="urn:microsoft.com/office/officeart/2009/3/layout/HorizontalOrganizationChart"/>
    <dgm:cxn modelId="{9A677599-46F4-4ED9-8827-783BFE4398AD}" type="presOf" srcId="{3D51E544-CABB-4C41-8C9F-6413DA0DF336}" destId="{AAAF705F-2258-46D4-8946-58F70960A41B}" srcOrd="0" destOrd="0" presId="urn:microsoft.com/office/officeart/2009/3/layout/HorizontalOrganizationChart"/>
    <dgm:cxn modelId="{87F4089A-D122-4738-A2C4-E0B254A16643}" type="presOf" srcId="{26BB50BE-66D0-4539-9970-01D880534556}" destId="{4AE1D843-87F1-4D26-BEB8-739A62F07791}" srcOrd="0" destOrd="0" presId="urn:microsoft.com/office/officeart/2009/3/layout/HorizontalOrganizationChart"/>
    <dgm:cxn modelId="{B9012C9D-BBC3-4250-A03E-9ACC936FD05C}" type="presOf" srcId="{3AD0459A-1A8C-4E78-866C-F48B4A8857A6}" destId="{7E082BE3-5A65-4463-ABA3-1734AF6A8CF9}" srcOrd="1" destOrd="0" presId="urn:microsoft.com/office/officeart/2009/3/layout/HorizontalOrganizationChart"/>
    <dgm:cxn modelId="{6F57629D-6B59-4C50-8FC9-F1CBD36BFF57}" type="presOf" srcId="{2D2AC48F-D586-4E62-9803-680B7FE7FDB2}" destId="{7B47EA42-0B50-4B1C-AB1B-317AB186D147}" srcOrd="0" destOrd="0" presId="urn:microsoft.com/office/officeart/2009/3/layout/HorizontalOrganizationChart"/>
    <dgm:cxn modelId="{EB08EE9E-45D9-4608-BB3E-D18389838C97}" srcId="{3AD0459A-1A8C-4E78-866C-F48B4A8857A6}" destId="{407895D5-F856-479A-84F6-1EF19EAE0622}" srcOrd="2" destOrd="0" parTransId="{8579F364-C092-4370-B12F-45FACC0B4857}" sibTransId="{16FFBF24-B845-4D28-9871-0D9346BAA805}"/>
    <dgm:cxn modelId="{5E77B79F-BC1B-4A00-909B-E3CDA2124C23}" type="presOf" srcId="{1BBD8062-0C50-4A9E-BF4E-0B605633F5D5}" destId="{5FBA4C21-96FB-43F8-B51B-0C995CF76B6E}" srcOrd="0" destOrd="0" presId="urn:microsoft.com/office/officeart/2009/3/layout/HorizontalOrganizationChart"/>
    <dgm:cxn modelId="{A3BED3A0-3BF7-4443-BC25-08917886AFAB}" type="presOf" srcId="{E4C7D272-7DB3-457E-B261-75D6D1E79A68}" destId="{B1C89453-05A3-4366-BB65-8034411C2135}" srcOrd="0" destOrd="0" presId="urn:microsoft.com/office/officeart/2009/3/layout/HorizontalOrganizationChart"/>
    <dgm:cxn modelId="{DF130AA1-32BB-45EF-995B-E79BF1DD3F35}" type="presOf" srcId="{733E2C71-C806-4E8E-B0D2-A1C9B23D1450}" destId="{687B25B7-B44A-4C6D-B1A3-7321DB176B79}" srcOrd="0" destOrd="0" presId="urn:microsoft.com/office/officeart/2009/3/layout/HorizontalOrganizationChart"/>
    <dgm:cxn modelId="{96E2E4A6-3F6C-44B9-8A59-07C2E85F035F}" type="presOf" srcId="{12D03006-F58F-4C0A-9608-694347F7D5A3}" destId="{47EB9F92-2701-4FA0-9B6B-645E88530F6A}" srcOrd="1" destOrd="0" presId="urn:microsoft.com/office/officeart/2009/3/layout/HorizontalOrganizationChart"/>
    <dgm:cxn modelId="{7CEF73AC-EFC2-474A-9D2D-FE140A67D54B}" type="presOf" srcId="{8579F364-C092-4370-B12F-45FACC0B4857}" destId="{F3F0562A-DFA1-4163-95CB-471615AE2FCE}" srcOrd="0" destOrd="0" presId="urn:microsoft.com/office/officeart/2009/3/layout/HorizontalOrganizationChart"/>
    <dgm:cxn modelId="{42D206B1-F08A-41D8-8343-512D2C59C531}" type="presOf" srcId="{A6BEDDD2-D6DA-4305-9AFF-F91E22DA3E91}" destId="{4831DB25-0C36-4462-8660-A9794CE7FAD4}" srcOrd="0" destOrd="0" presId="urn:microsoft.com/office/officeart/2009/3/layout/HorizontalOrganizationChart"/>
    <dgm:cxn modelId="{40C49BC5-680A-4329-BB64-2ED4AD19EE56}" type="presOf" srcId="{D3A43ACB-78FF-4BD2-ABDB-B822B47D844E}" destId="{4F0B7E12-CB4B-4094-8C5B-B99D5F71AC30}" srcOrd="1" destOrd="0" presId="urn:microsoft.com/office/officeart/2009/3/layout/HorizontalOrganizationChart"/>
    <dgm:cxn modelId="{8A8316C6-F62D-4A06-8BC5-09BA9158982C}" type="presOf" srcId="{51EC942F-7740-4358-B383-CEA727C19945}" destId="{230BF29A-AF3D-4DE0-88F5-267414FCCD77}" srcOrd="0" destOrd="0" presId="urn:microsoft.com/office/officeart/2009/3/layout/HorizontalOrganizationChart"/>
    <dgm:cxn modelId="{D90CF7CF-002E-4462-9FDA-49F2BD25B95B}" type="presOf" srcId="{A6BEDDD2-D6DA-4305-9AFF-F91E22DA3E91}" destId="{22CAD8F3-1077-4B55-BDBB-1D990D5FB9EB}" srcOrd="1" destOrd="0" presId="urn:microsoft.com/office/officeart/2009/3/layout/HorizontalOrganizationChart"/>
    <dgm:cxn modelId="{A2EDC0D2-CDD8-4444-A3BC-BA3E887CE884}" type="presOf" srcId="{53B4A8A3-C910-4FBB-97DE-28B72F997A6E}" destId="{778038DE-B719-4276-88F8-88FBD01E0E7C}" srcOrd="0" destOrd="0" presId="urn:microsoft.com/office/officeart/2009/3/layout/HorizontalOrganizationChart"/>
    <dgm:cxn modelId="{F53493D4-F388-4318-8F29-A80AF6418A63}" srcId="{E8B1CB6A-2058-4D50-81FB-9569F7BAC28C}" destId="{337AAABD-B6A7-4AD6-AED0-7355814CD3F2}" srcOrd="0" destOrd="0" parTransId="{A2F29816-7990-4573-99D2-4DCA8194A7A8}" sibTransId="{E3073A5E-7160-4E5A-B410-A261B0E9D911}"/>
    <dgm:cxn modelId="{B20071D5-37DF-45C0-942E-0384A50E3052}" type="presOf" srcId="{12D03006-F58F-4C0A-9608-694347F7D5A3}" destId="{EEC43D28-9A7C-4B8F-B374-AF5B6D96B11F}" srcOrd="0" destOrd="0" presId="urn:microsoft.com/office/officeart/2009/3/layout/HorizontalOrganizationChart"/>
    <dgm:cxn modelId="{8063EED5-9A12-4E6B-A8DB-7893FB984816}" type="presOf" srcId="{733E2C71-C806-4E8E-B0D2-A1C9B23D1450}" destId="{E5E62C83-D0DE-4EDF-B78B-008CEBAC5151}" srcOrd="1" destOrd="0" presId="urn:microsoft.com/office/officeart/2009/3/layout/HorizontalOrganizationChart"/>
    <dgm:cxn modelId="{816614DB-2393-4D3D-A785-4E007E0CA046}" srcId="{A6BEDDD2-D6DA-4305-9AFF-F91E22DA3E91}" destId="{3D51E544-CABB-4C41-8C9F-6413DA0DF336}" srcOrd="0" destOrd="0" parTransId="{26BB50BE-66D0-4539-9970-01D880534556}" sibTransId="{C25CDABA-B1D2-460D-9E21-7B54DFB9EE19}"/>
    <dgm:cxn modelId="{58470DDD-6D91-498E-A6C3-942B44902E7B}" type="presOf" srcId="{407895D5-F856-479A-84F6-1EF19EAE0622}" destId="{06B0DE0D-A893-4E48-8CDF-5122E17F9B64}" srcOrd="0" destOrd="0" presId="urn:microsoft.com/office/officeart/2009/3/layout/HorizontalOrganizationChart"/>
    <dgm:cxn modelId="{FFD7E6DF-F9F9-4859-BCAF-DEEFE25B55ED}" type="presOf" srcId="{4B13D833-0948-41D3-A617-6F057C4800D8}" destId="{9A1CFB92-2A5D-4BE4-9CFC-31B64A783408}" srcOrd="0" destOrd="0" presId="urn:microsoft.com/office/officeart/2009/3/layout/HorizontalOrganizationChart"/>
    <dgm:cxn modelId="{FC5B8FE9-E3B1-4411-AD4C-8EB18B316AE2}" type="presOf" srcId="{0ABA38FA-E5CB-401E-A688-F1E352CEEBD6}" destId="{E0115F71-C8E4-4763-AA91-4863F0E25B35}" srcOrd="0" destOrd="0" presId="urn:microsoft.com/office/officeart/2009/3/layout/HorizontalOrganizationChart"/>
    <dgm:cxn modelId="{20DE67EB-7907-46B2-9D5B-CC2731389971}" type="presOf" srcId="{51EC942F-7740-4358-B383-CEA727C19945}" destId="{706A22F7-8CEA-4A7F-A08A-60239D4D70C1}" srcOrd="1" destOrd="0" presId="urn:microsoft.com/office/officeart/2009/3/layout/HorizontalOrganizationChart"/>
    <dgm:cxn modelId="{28D087ED-7E91-4091-AD61-6EDB21F72818}" srcId="{3AD0459A-1A8C-4E78-866C-F48B4A8857A6}" destId="{51EC942F-7740-4358-B383-CEA727C19945}" srcOrd="1" destOrd="0" parTransId="{2D2AC48F-D586-4E62-9803-680B7FE7FDB2}" sibTransId="{D90BD2E0-DE99-4731-AF28-482AC879EF3D}"/>
    <dgm:cxn modelId="{7749F6EE-D9E6-462D-80C3-0D63FA5AAF0D}" type="presOf" srcId="{4ECE7020-0568-4ACE-95CB-671D5FBA9AD4}" destId="{0395E397-AA5F-489F-A363-A82058DD4851}" srcOrd="0" destOrd="0" presId="urn:microsoft.com/office/officeart/2009/3/layout/HorizontalOrganizationChart"/>
    <dgm:cxn modelId="{63076BF1-3C54-4FE7-A92C-6DAB1523AD2E}" type="presOf" srcId="{A2F29816-7990-4573-99D2-4DCA8194A7A8}" destId="{504A1D2D-8BDA-4D53-8833-ACCE2391C2AD}" srcOrd="0" destOrd="0" presId="urn:microsoft.com/office/officeart/2009/3/layout/HorizontalOrganizationChart"/>
    <dgm:cxn modelId="{AAFAA8FC-E92A-4629-A281-73981D166F7B}" srcId="{3D51E544-CABB-4C41-8C9F-6413DA0DF336}" destId="{8B452211-2507-48CC-AFDC-CE86A88B4283}" srcOrd="0" destOrd="0" parTransId="{4B13D833-0948-41D3-A617-6F057C4800D8}" sibTransId="{2F2B8FAE-E71F-4EFC-B29D-F66B33A4F13E}"/>
    <dgm:cxn modelId="{2C3A3B65-05D1-4990-AB0B-455DA2CA21EF}" type="presParOf" srcId="{78D239C8-8859-433A-9258-70AD3D18C7A3}" destId="{89858906-0751-4CBC-AC7D-D79B14B407F4}" srcOrd="0" destOrd="0" presId="urn:microsoft.com/office/officeart/2009/3/layout/HorizontalOrganizationChart"/>
    <dgm:cxn modelId="{94156A90-E9CF-4BA6-A0E8-5445208BCB11}" type="presParOf" srcId="{89858906-0751-4CBC-AC7D-D79B14B407F4}" destId="{1BD0FE9E-9A27-43AF-889F-1524597A4DBE}" srcOrd="0" destOrd="0" presId="urn:microsoft.com/office/officeart/2009/3/layout/HorizontalOrganizationChart"/>
    <dgm:cxn modelId="{81081A9A-6298-4D86-ABB6-797E41AB3235}" type="presParOf" srcId="{1BD0FE9E-9A27-43AF-889F-1524597A4DBE}" destId="{B1C89453-05A3-4366-BB65-8034411C2135}" srcOrd="0" destOrd="0" presId="urn:microsoft.com/office/officeart/2009/3/layout/HorizontalOrganizationChart"/>
    <dgm:cxn modelId="{401F3296-64E4-4257-A415-D3046C1C84BA}" type="presParOf" srcId="{1BD0FE9E-9A27-43AF-889F-1524597A4DBE}" destId="{94143A53-6832-4116-AA85-B948F9FA65F2}" srcOrd="1" destOrd="0" presId="urn:microsoft.com/office/officeart/2009/3/layout/HorizontalOrganizationChart"/>
    <dgm:cxn modelId="{79F53184-C8EC-45A0-90CF-08D8AA6A5D60}" type="presParOf" srcId="{89858906-0751-4CBC-AC7D-D79B14B407F4}" destId="{3856B459-F37A-4AA0-85DF-CDEBF7E33123}" srcOrd="1" destOrd="0" presId="urn:microsoft.com/office/officeart/2009/3/layout/HorizontalOrganizationChart"/>
    <dgm:cxn modelId="{6B453D57-87F7-4B30-80A0-20763ADE0036}" type="presParOf" srcId="{3856B459-F37A-4AA0-85DF-CDEBF7E33123}" destId="{261E7987-FD6B-4D0E-887D-C5BDC849A1CC}" srcOrd="0" destOrd="0" presId="urn:microsoft.com/office/officeart/2009/3/layout/HorizontalOrganizationChart"/>
    <dgm:cxn modelId="{DDDD1791-01AB-477C-BAFC-947814FCA200}" type="presParOf" srcId="{3856B459-F37A-4AA0-85DF-CDEBF7E33123}" destId="{42ECC829-044C-446B-A451-C06E469216A0}" srcOrd="1" destOrd="0" presId="urn:microsoft.com/office/officeart/2009/3/layout/HorizontalOrganizationChart"/>
    <dgm:cxn modelId="{6EDA2E7C-83AA-4826-BB3D-A88A1A7D43D6}" type="presParOf" srcId="{42ECC829-044C-446B-A451-C06E469216A0}" destId="{7B5BB4B2-2837-4BA0-B863-0BE6424C2567}" srcOrd="0" destOrd="0" presId="urn:microsoft.com/office/officeart/2009/3/layout/HorizontalOrganizationChart"/>
    <dgm:cxn modelId="{11453B53-00FF-4732-9345-1C447480F53C}" type="presParOf" srcId="{7B5BB4B2-2837-4BA0-B863-0BE6424C2567}" destId="{43DC45D2-4BFC-422F-9E06-23D8BEE271F1}" srcOrd="0" destOrd="0" presId="urn:microsoft.com/office/officeart/2009/3/layout/HorizontalOrganizationChart"/>
    <dgm:cxn modelId="{CF4DEBD1-F0D9-4642-8936-0BE5E4C4A623}" type="presParOf" srcId="{7B5BB4B2-2837-4BA0-B863-0BE6424C2567}" destId="{7E082BE3-5A65-4463-ABA3-1734AF6A8CF9}" srcOrd="1" destOrd="0" presId="urn:microsoft.com/office/officeart/2009/3/layout/HorizontalOrganizationChart"/>
    <dgm:cxn modelId="{D16E0424-3E0C-4359-8207-22E958301B16}" type="presParOf" srcId="{42ECC829-044C-446B-A451-C06E469216A0}" destId="{7CCFBFD5-D83F-49C6-B252-9BEB0DDFC4FB}" srcOrd="1" destOrd="0" presId="urn:microsoft.com/office/officeart/2009/3/layout/HorizontalOrganizationChart"/>
    <dgm:cxn modelId="{13141F6D-8581-4DC4-AD21-8D12EE7CB50D}" type="presParOf" srcId="{7CCFBFD5-D83F-49C6-B252-9BEB0DDFC4FB}" destId="{5FBA4C21-96FB-43F8-B51B-0C995CF76B6E}" srcOrd="0" destOrd="0" presId="urn:microsoft.com/office/officeart/2009/3/layout/HorizontalOrganizationChart"/>
    <dgm:cxn modelId="{65822C50-4E6C-46AB-930D-C85C6EDF15C3}" type="presParOf" srcId="{7CCFBFD5-D83F-49C6-B252-9BEB0DDFC4FB}" destId="{C3DD2F50-E900-4AF4-91F4-F034211DC67B}" srcOrd="1" destOrd="0" presId="urn:microsoft.com/office/officeart/2009/3/layout/HorizontalOrganizationChart"/>
    <dgm:cxn modelId="{D0759BD3-3AAF-4F7B-AAA6-32E85C64C8EC}" type="presParOf" srcId="{C3DD2F50-E900-4AF4-91F4-F034211DC67B}" destId="{1B6C1740-1333-44A2-B295-98CD6EBBDABA}" srcOrd="0" destOrd="0" presId="urn:microsoft.com/office/officeart/2009/3/layout/HorizontalOrganizationChart"/>
    <dgm:cxn modelId="{3FAB53DB-3BCB-4A39-9AA8-25F6CA161DD6}" type="presParOf" srcId="{1B6C1740-1333-44A2-B295-98CD6EBBDABA}" destId="{EEC43D28-9A7C-4B8F-B374-AF5B6D96B11F}" srcOrd="0" destOrd="0" presId="urn:microsoft.com/office/officeart/2009/3/layout/HorizontalOrganizationChart"/>
    <dgm:cxn modelId="{A484B366-53CF-4E6B-9C97-906513438080}" type="presParOf" srcId="{1B6C1740-1333-44A2-B295-98CD6EBBDABA}" destId="{47EB9F92-2701-4FA0-9B6B-645E88530F6A}" srcOrd="1" destOrd="0" presId="urn:microsoft.com/office/officeart/2009/3/layout/HorizontalOrganizationChart"/>
    <dgm:cxn modelId="{D2E29B59-094B-434D-9BAD-A40D9641ED2C}" type="presParOf" srcId="{C3DD2F50-E900-4AF4-91F4-F034211DC67B}" destId="{BE819D3C-7BB5-41D2-B7EF-31FFC9685900}" srcOrd="1" destOrd="0" presId="urn:microsoft.com/office/officeart/2009/3/layout/HorizontalOrganizationChart"/>
    <dgm:cxn modelId="{AFD2A96C-3570-4707-9AC7-86AC1AC0DAF9}" type="presParOf" srcId="{C3DD2F50-E900-4AF4-91F4-F034211DC67B}" destId="{C133522C-6A4E-4A19-B89D-DDC5104D619B}" srcOrd="2" destOrd="0" presId="urn:microsoft.com/office/officeart/2009/3/layout/HorizontalOrganizationChart"/>
    <dgm:cxn modelId="{9F31930A-A042-48AC-BF91-295E46D1EF14}" type="presParOf" srcId="{7CCFBFD5-D83F-49C6-B252-9BEB0DDFC4FB}" destId="{7B47EA42-0B50-4B1C-AB1B-317AB186D147}" srcOrd="2" destOrd="0" presId="urn:microsoft.com/office/officeart/2009/3/layout/HorizontalOrganizationChart"/>
    <dgm:cxn modelId="{AF670B8E-6C75-42BC-BE97-4D8D83DF36C6}" type="presParOf" srcId="{7CCFBFD5-D83F-49C6-B252-9BEB0DDFC4FB}" destId="{8DE44575-50B9-461A-91DB-BDE01F5E0239}" srcOrd="3" destOrd="0" presId="urn:microsoft.com/office/officeart/2009/3/layout/HorizontalOrganizationChart"/>
    <dgm:cxn modelId="{C7975C79-3C78-4BD3-8752-A4825A342650}" type="presParOf" srcId="{8DE44575-50B9-461A-91DB-BDE01F5E0239}" destId="{94539978-AD64-4F21-B856-59B6F3F92278}" srcOrd="0" destOrd="0" presId="urn:microsoft.com/office/officeart/2009/3/layout/HorizontalOrganizationChart"/>
    <dgm:cxn modelId="{C9C43A0C-8E0E-4B18-B5BB-5D646AFF8EE2}" type="presParOf" srcId="{94539978-AD64-4F21-B856-59B6F3F92278}" destId="{230BF29A-AF3D-4DE0-88F5-267414FCCD77}" srcOrd="0" destOrd="0" presId="urn:microsoft.com/office/officeart/2009/3/layout/HorizontalOrganizationChart"/>
    <dgm:cxn modelId="{8614AD63-67E0-4692-A5A7-C500539C37BF}" type="presParOf" srcId="{94539978-AD64-4F21-B856-59B6F3F92278}" destId="{706A22F7-8CEA-4A7F-A08A-60239D4D70C1}" srcOrd="1" destOrd="0" presId="urn:microsoft.com/office/officeart/2009/3/layout/HorizontalOrganizationChart"/>
    <dgm:cxn modelId="{842B891C-91A7-4AFF-8336-395168C6EF3F}" type="presParOf" srcId="{8DE44575-50B9-461A-91DB-BDE01F5E0239}" destId="{8536B671-4C23-4C6A-91C7-C8BBE1748111}" srcOrd="1" destOrd="0" presId="urn:microsoft.com/office/officeart/2009/3/layout/HorizontalOrganizationChart"/>
    <dgm:cxn modelId="{36267017-EF26-49B7-821E-340536F34BCE}" type="presParOf" srcId="{8536B671-4C23-4C6A-91C7-C8BBE1748111}" destId="{0395E397-AA5F-489F-A363-A82058DD4851}" srcOrd="0" destOrd="0" presId="urn:microsoft.com/office/officeart/2009/3/layout/HorizontalOrganizationChart"/>
    <dgm:cxn modelId="{3A52B57A-34FE-4855-AF4D-DC8311946295}" type="presParOf" srcId="{8536B671-4C23-4C6A-91C7-C8BBE1748111}" destId="{0923CCE7-1A90-44E4-87F9-DDD0935664AD}" srcOrd="1" destOrd="0" presId="urn:microsoft.com/office/officeart/2009/3/layout/HorizontalOrganizationChart"/>
    <dgm:cxn modelId="{A6743ED6-CA03-4188-8E4C-B8F01E208E95}" type="presParOf" srcId="{0923CCE7-1A90-44E4-87F9-DDD0935664AD}" destId="{F0A97ED3-BA50-49EF-85A9-7B3DF533E014}" srcOrd="0" destOrd="0" presId="urn:microsoft.com/office/officeart/2009/3/layout/HorizontalOrganizationChart"/>
    <dgm:cxn modelId="{3046F7C4-C036-405C-9736-6001EEBDB056}" type="presParOf" srcId="{F0A97ED3-BA50-49EF-85A9-7B3DF533E014}" destId="{687B25B7-B44A-4C6D-B1A3-7321DB176B79}" srcOrd="0" destOrd="0" presId="urn:microsoft.com/office/officeart/2009/3/layout/HorizontalOrganizationChart"/>
    <dgm:cxn modelId="{21F3E49A-08F0-417D-AFAA-9F0433E5F094}" type="presParOf" srcId="{F0A97ED3-BA50-49EF-85A9-7B3DF533E014}" destId="{E5E62C83-D0DE-4EDF-B78B-008CEBAC5151}" srcOrd="1" destOrd="0" presId="urn:microsoft.com/office/officeart/2009/3/layout/HorizontalOrganizationChart"/>
    <dgm:cxn modelId="{1DB1D05C-9745-45D0-A17D-86CAE97BF811}" type="presParOf" srcId="{0923CCE7-1A90-44E4-87F9-DDD0935664AD}" destId="{891AD002-8102-4C6D-8980-917BE1C74A20}" srcOrd="1" destOrd="0" presId="urn:microsoft.com/office/officeart/2009/3/layout/HorizontalOrganizationChart"/>
    <dgm:cxn modelId="{E27256BB-3B53-4E8B-BC8F-74CC1EDB9430}" type="presParOf" srcId="{891AD002-8102-4C6D-8980-917BE1C74A20}" destId="{20E1AB20-1F1C-439D-ABCD-1A01DF0E34F4}" srcOrd="0" destOrd="0" presId="urn:microsoft.com/office/officeart/2009/3/layout/HorizontalOrganizationChart"/>
    <dgm:cxn modelId="{839E2309-FF5A-4488-B541-1A650C681C5C}" type="presParOf" srcId="{891AD002-8102-4C6D-8980-917BE1C74A20}" destId="{2BE73050-9725-49DA-BE40-C09BD542D3A7}" srcOrd="1" destOrd="0" presId="urn:microsoft.com/office/officeart/2009/3/layout/HorizontalOrganizationChart"/>
    <dgm:cxn modelId="{13496653-1C50-4715-94C0-C2FE3C7187DB}" type="presParOf" srcId="{2BE73050-9725-49DA-BE40-C09BD542D3A7}" destId="{9BA473FC-8EF0-4D3E-A16D-0BB74635F465}" srcOrd="0" destOrd="0" presId="urn:microsoft.com/office/officeart/2009/3/layout/HorizontalOrganizationChart"/>
    <dgm:cxn modelId="{8980341D-3C7A-4459-ABAD-54BDDF1021B2}" type="presParOf" srcId="{9BA473FC-8EF0-4D3E-A16D-0BB74635F465}" destId="{58CBE84F-CF07-4095-A636-6498D55EB2DB}" srcOrd="0" destOrd="0" presId="urn:microsoft.com/office/officeart/2009/3/layout/HorizontalOrganizationChart"/>
    <dgm:cxn modelId="{67611739-A21E-4F67-B7CF-53A43E9C9DDF}" type="presParOf" srcId="{9BA473FC-8EF0-4D3E-A16D-0BB74635F465}" destId="{B41A9F69-F329-406E-AD26-5B1A743B591C}" srcOrd="1" destOrd="0" presId="urn:microsoft.com/office/officeart/2009/3/layout/HorizontalOrganizationChart"/>
    <dgm:cxn modelId="{C641C3D2-47DF-4073-84F7-A3D4AF46FB3B}" type="presParOf" srcId="{2BE73050-9725-49DA-BE40-C09BD542D3A7}" destId="{5116AA9B-B87C-443A-AE7F-F22216F7BD8F}" srcOrd="1" destOrd="0" presId="urn:microsoft.com/office/officeart/2009/3/layout/HorizontalOrganizationChart"/>
    <dgm:cxn modelId="{EF58D75B-9E15-45A9-BD34-AB717C717FBA}" type="presParOf" srcId="{5116AA9B-B87C-443A-AE7F-F22216F7BD8F}" destId="{504A1D2D-8BDA-4D53-8833-ACCE2391C2AD}" srcOrd="0" destOrd="0" presId="urn:microsoft.com/office/officeart/2009/3/layout/HorizontalOrganizationChart"/>
    <dgm:cxn modelId="{8FA6E629-CFA1-4F79-8F92-F7B3EC13B832}" type="presParOf" srcId="{5116AA9B-B87C-443A-AE7F-F22216F7BD8F}" destId="{D541700D-37A1-4CC8-AEA2-605479F3CA81}" srcOrd="1" destOrd="0" presId="urn:microsoft.com/office/officeart/2009/3/layout/HorizontalOrganizationChart"/>
    <dgm:cxn modelId="{6EA30D2A-4F75-4F21-B30A-82D596FF8282}" type="presParOf" srcId="{D541700D-37A1-4CC8-AEA2-605479F3CA81}" destId="{95EE9D03-F893-4B07-B24C-D4C52BDCD282}" srcOrd="0" destOrd="0" presId="urn:microsoft.com/office/officeart/2009/3/layout/HorizontalOrganizationChart"/>
    <dgm:cxn modelId="{292ACC3F-AA0C-4173-9BD6-AC654D201866}" type="presParOf" srcId="{95EE9D03-F893-4B07-B24C-D4C52BDCD282}" destId="{3F537E15-41B9-4806-9E43-D0D0A1932474}" srcOrd="0" destOrd="0" presId="urn:microsoft.com/office/officeart/2009/3/layout/HorizontalOrganizationChart"/>
    <dgm:cxn modelId="{4ED20DC2-6187-42F4-B161-0D20A8CA6FBB}" type="presParOf" srcId="{95EE9D03-F893-4B07-B24C-D4C52BDCD282}" destId="{39CF5691-4ED8-42AF-9284-49C771577B4E}" srcOrd="1" destOrd="0" presId="urn:microsoft.com/office/officeart/2009/3/layout/HorizontalOrganizationChart"/>
    <dgm:cxn modelId="{2647431B-736C-4009-9E98-AC4624291557}" type="presParOf" srcId="{D541700D-37A1-4CC8-AEA2-605479F3CA81}" destId="{D4BA9F70-BAE7-4478-951F-01D91F4C059B}" srcOrd="1" destOrd="0" presId="urn:microsoft.com/office/officeart/2009/3/layout/HorizontalOrganizationChart"/>
    <dgm:cxn modelId="{F07BCC7B-185C-4B98-B298-1E6863DCD931}" type="presParOf" srcId="{D4BA9F70-BAE7-4478-951F-01D91F4C059B}" destId="{E0115F71-C8E4-4763-AA91-4863F0E25B35}" srcOrd="0" destOrd="0" presId="urn:microsoft.com/office/officeart/2009/3/layout/HorizontalOrganizationChart"/>
    <dgm:cxn modelId="{07B9D779-7A19-4918-9A8C-1FEF9C2995DA}" type="presParOf" srcId="{D4BA9F70-BAE7-4478-951F-01D91F4C059B}" destId="{BDAD50B7-BAC9-44F0-A73F-A2F3D56F1D39}" srcOrd="1" destOrd="0" presId="urn:microsoft.com/office/officeart/2009/3/layout/HorizontalOrganizationChart"/>
    <dgm:cxn modelId="{D3EFEDF7-02F3-465C-98F3-7ECE74F17923}" type="presParOf" srcId="{BDAD50B7-BAC9-44F0-A73F-A2F3D56F1D39}" destId="{E663AD66-A95B-41AF-BE69-C8E2A344F3BC}" srcOrd="0" destOrd="0" presId="urn:microsoft.com/office/officeart/2009/3/layout/HorizontalOrganizationChart"/>
    <dgm:cxn modelId="{47ADA8D1-9AB0-4271-B0B9-7D8FCFEE6151}" type="presParOf" srcId="{E663AD66-A95B-41AF-BE69-C8E2A344F3BC}" destId="{C4F7D8B6-C36E-4B24-9826-ABCB915D0043}" srcOrd="0" destOrd="0" presId="urn:microsoft.com/office/officeart/2009/3/layout/HorizontalOrganizationChart"/>
    <dgm:cxn modelId="{42FB6929-64F5-4AC2-BB52-894252CCD3BA}" type="presParOf" srcId="{E663AD66-A95B-41AF-BE69-C8E2A344F3BC}" destId="{FD561FC3-76CE-4881-8C0A-7BC5CA8CB92E}" srcOrd="1" destOrd="0" presId="urn:microsoft.com/office/officeart/2009/3/layout/HorizontalOrganizationChart"/>
    <dgm:cxn modelId="{96DFBADE-2343-4470-87A5-6DDD0992448A}" type="presParOf" srcId="{BDAD50B7-BAC9-44F0-A73F-A2F3D56F1D39}" destId="{DD5B5691-8095-412A-A534-1D4D548761E8}" srcOrd="1" destOrd="0" presId="urn:microsoft.com/office/officeart/2009/3/layout/HorizontalOrganizationChart"/>
    <dgm:cxn modelId="{E1AC065E-E1CA-45FB-838D-E908D41F2C67}" type="presParOf" srcId="{BDAD50B7-BAC9-44F0-A73F-A2F3D56F1D39}" destId="{1F4AFCD0-1E02-42EF-8ABA-A405C6F04EBA}" srcOrd="2" destOrd="0" presId="urn:microsoft.com/office/officeart/2009/3/layout/HorizontalOrganizationChart"/>
    <dgm:cxn modelId="{3300647B-FAE6-4356-BAC1-94D640DDD9AB}" type="presParOf" srcId="{D541700D-37A1-4CC8-AEA2-605479F3CA81}" destId="{C74C1FF5-CCE2-403D-8DF5-7FB422514A4A}" srcOrd="2" destOrd="0" presId="urn:microsoft.com/office/officeart/2009/3/layout/HorizontalOrganizationChart"/>
    <dgm:cxn modelId="{F0D68A50-86F9-4BCD-9FF9-F3D84C35623E}" type="presParOf" srcId="{2BE73050-9725-49DA-BE40-C09BD542D3A7}" destId="{C649B50E-37DF-4FC8-A84B-541026CA020F}" srcOrd="2" destOrd="0" presId="urn:microsoft.com/office/officeart/2009/3/layout/HorizontalOrganizationChart"/>
    <dgm:cxn modelId="{6A63ACBF-569F-42A4-B6B7-DDE45BA824E9}" type="presParOf" srcId="{891AD002-8102-4C6D-8980-917BE1C74A20}" destId="{778038DE-B719-4276-88F8-88FBD01E0E7C}" srcOrd="2" destOrd="0" presId="urn:microsoft.com/office/officeart/2009/3/layout/HorizontalOrganizationChart"/>
    <dgm:cxn modelId="{9B878681-BE3E-4A1E-BF9B-7C43A9D974F9}" type="presParOf" srcId="{891AD002-8102-4C6D-8980-917BE1C74A20}" destId="{D08E0D66-5F5E-4F45-A9EB-3F0ECA81ADB6}" srcOrd="3" destOrd="0" presId="urn:microsoft.com/office/officeart/2009/3/layout/HorizontalOrganizationChart"/>
    <dgm:cxn modelId="{8E7DD2E8-A6C4-4021-8A79-A34C9FCB52DC}" type="presParOf" srcId="{D08E0D66-5F5E-4F45-A9EB-3F0ECA81ADB6}" destId="{293E723B-FD4F-41A5-A6AC-3793A69FAA57}" srcOrd="0" destOrd="0" presId="urn:microsoft.com/office/officeart/2009/3/layout/HorizontalOrganizationChart"/>
    <dgm:cxn modelId="{05D9C266-D828-4B96-B7AC-7DDBC83E2736}" type="presParOf" srcId="{293E723B-FD4F-41A5-A6AC-3793A69FAA57}" destId="{4831DB25-0C36-4462-8660-A9794CE7FAD4}" srcOrd="0" destOrd="0" presId="urn:microsoft.com/office/officeart/2009/3/layout/HorizontalOrganizationChart"/>
    <dgm:cxn modelId="{66C6BEEA-787A-4621-82CE-4F0D549FCCDA}" type="presParOf" srcId="{293E723B-FD4F-41A5-A6AC-3793A69FAA57}" destId="{22CAD8F3-1077-4B55-BDBB-1D990D5FB9EB}" srcOrd="1" destOrd="0" presId="urn:microsoft.com/office/officeart/2009/3/layout/HorizontalOrganizationChart"/>
    <dgm:cxn modelId="{6A8A0771-539A-4F8C-9354-6B8F1EA84BB4}" type="presParOf" srcId="{D08E0D66-5F5E-4F45-A9EB-3F0ECA81ADB6}" destId="{3AE3B4D8-0389-402E-BA17-6248B855436B}" srcOrd="1" destOrd="0" presId="urn:microsoft.com/office/officeart/2009/3/layout/HorizontalOrganizationChart"/>
    <dgm:cxn modelId="{75CD8343-5CAC-4A4F-A7D2-26E3D24DCFB2}" type="presParOf" srcId="{3AE3B4D8-0389-402E-BA17-6248B855436B}" destId="{4AE1D843-87F1-4D26-BEB8-739A62F07791}" srcOrd="0" destOrd="0" presId="urn:microsoft.com/office/officeart/2009/3/layout/HorizontalOrganizationChart"/>
    <dgm:cxn modelId="{76818F21-A42D-49C0-98D1-8520F27F482F}" type="presParOf" srcId="{3AE3B4D8-0389-402E-BA17-6248B855436B}" destId="{80FC7488-10A5-476A-BDE2-8F353AE7C0BB}" srcOrd="1" destOrd="0" presId="urn:microsoft.com/office/officeart/2009/3/layout/HorizontalOrganizationChart"/>
    <dgm:cxn modelId="{3F97F4F4-179D-41DE-9E86-E580753AE498}" type="presParOf" srcId="{80FC7488-10A5-476A-BDE2-8F353AE7C0BB}" destId="{05BCFEAF-559C-4237-9DAE-D51666FE1C97}" srcOrd="0" destOrd="0" presId="urn:microsoft.com/office/officeart/2009/3/layout/HorizontalOrganizationChart"/>
    <dgm:cxn modelId="{683632BD-EF48-4DB7-A034-022C0E2F3DC0}" type="presParOf" srcId="{05BCFEAF-559C-4237-9DAE-D51666FE1C97}" destId="{AAAF705F-2258-46D4-8946-58F70960A41B}" srcOrd="0" destOrd="0" presId="urn:microsoft.com/office/officeart/2009/3/layout/HorizontalOrganizationChart"/>
    <dgm:cxn modelId="{E95EFE71-7138-4458-866B-63AB8B7DB794}" type="presParOf" srcId="{05BCFEAF-559C-4237-9DAE-D51666FE1C97}" destId="{3BACEBCC-019E-49BE-B458-8680B60887CC}" srcOrd="1" destOrd="0" presId="urn:microsoft.com/office/officeart/2009/3/layout/HorizontalOrganizationChart"/>
    <dgm:cxn modelId="{FBE782E9-5D71-408E-8E9C-B118D96AB2A4}" type="presParOf" srcId="{80FC7488-10A5-476A-BDE2-8F353AE7C0BB}" destId="{00E17174-255F-4AA3-BEFF-70CE8FDF58EA}" srcOrd="1" destOrd="0" presId="urn:microsoft.com/office/officeart/2009/3/layout/HorizontalOrganizationChart"/>
    <dgm:cxn modelId="{DA1224CD-3004-4814-B0FE-8C9E2EB0EDF4}" type="presParOf" srcId="{00E17174-255F-4AA3-BEFF-70CE8FDF58EA}" destId="{9A1CFB92-2A5D-4BE4-9CFC-31B64A783408}" srcOrd="0" destOrd="0" presId="urn:microsoft.com/office/officeart/2009/3/layout/HorizontalOrganizationChart"/>
    <dgm:cxn modelId="{A9E82DFC-16DB-44C9-A252-1C5380A5EF1F}" type="presParOf" srcId="{00E17174-255F-4AA3-BEFF-70CE8FDF58EA}" destId="{002E532D-6508-4274-8A91-C95A12E2BEFF}" srcOrd="1" destOrd="0" presId="urn:microsoft.com/office/officeart/2009/3/layout/HorizontalOrganizationChart"/>
    <dgm:cxn modelId="{EF028AAA-5C71-4AA5-944D-64EB9676626C}" type="presParOf" srcId="{002E532D-6508-4274-8A91-C95A12E2BEFF}" destId="{EA13E8A7-605D-4AF2-92F2-C680B5DDA916}" srcOrd="0" destOrd="0" presId="urn:microsoft.com/office/officeart/2009/3/layout/HorizontalOrganizationChart"/>
    <dgm:cxn modelId="{75F52DAB-3FD2-436B-8F19-3BE459F6A826}" type="presParOf" srcId="{EA13E8A7-605D-4AF2-92F2-C680B5DDA916}" destId="{C02F3209-6FF4-4F2A-A6F6-4D9F9BE41472}" srcOrd="0" destOrd="0" presId="urn:microsoft.com/office/officeart/2009/3/layout/HorizontalOrganizationChart"/>
    <dgm:cxn modelId="{FDFFFAFC-0762-4322-8131-5E7B743109AF}" type="presParOf" srcId="{EA13E8A7-605D-4AF2-92F2-C680B5DDA916}" destId="{A5C72934-E992-41A2-8F5D-F4A564456EB4}" srcOrd="1" destOrd="0" presId="urn:microsoft.com/office/officeart/2009/3/layout/HorizontalOrganizationChart"/>
    <dgm:cxn modelId="{F81BE792-BFAA-4189-B722-E60312A45D21}" type="presParOf" srcId="{002E532D-6508-4274-8A91-C95A12E2BEFF}" destId="{89ECF177-4EEF-4EA2-84E3-E998F07A3492}" srcOrd="1" destOrd="0" presId="urn:microsoft.com/office/officeart/2009/3/layout/HorizontalOrganizationChart"/>
    <dgm:cxn modelId="{B92C32F4-26AD-4107-891F-56F2DF6AAAFE}" type="presParOf" srcId="{002E532D-6508-4274-8A91-C95A12E2BEFF}" destId="{9800DD4F-BBD8-4296-9309-49FF61FF5D36}" srcOrd="2" destOrd="0" presId="urn:microsoft.com/office/officeart/2009/3/layout/HorizontalOrganizationChart"/>
    <dgm:cxn modelId="{FA5E8CB5-2D47-4F9E-9455-BAEC40F394E4}" type="presParOf" srcId="{80FC7488-10A5-476A-BDE2-8F353AE7C0BB}" destId="{3BA7766F-2A7D-49BF-9AA2-F4E974D00D8D}" srcOrd="2" destOrd="0" presId="urn:microsoft.com/office/officeart/2009/3/layout/HorizontalOrganizationChart"/>
    <dgm:cxn modelId="{1A0FDDAE-1096-4590-BD27-BFAC4E3B911F}" type="presParOf" srcId="{D08E0D66-5F5E-4F45-A9EB-3F0ECA81ADB6}" destId="{60C02A63-2622-4C48-9AC0-DA6E71A6430E}" srcOrd="2" destOrd="0" presId="urn:microsoft.com/office/officeart/2009/3/layout/HorizontalOrganizationChart"/>
    <dgm:cxn modelId="{EC631457-C9C6-43B6-B8DB-7E0D58A583AD}" type="presParOf" srcId="{891AD002-8102-4C6D-8980-917BE1C74A20}" destId="{0B2CC472-22E8-41CD-B6D2-742C5674C089}" srcOrd="4" destOrd="0" presId="urn:microsoft.com/office/officeart/2009/3/layout/HorizontalOrganizationChart"/>
    <dgm:cxn modelId="{385F8F47-919E-41E2-A26E-8166B1AAFB0F}" type="presParOf" srcId="{891AD002-8102-4C6D-8980-917BE1C74A20}" destId="{BBA1AE22-5CB2-4632-8B1A-E9DF40106C76}" srcOrd="5" destOrd="0" presId="urn:microsoft.com/office/officeart/2009/3/layout/HorizontalOrganizationChart"/>
    <dgm:cxn modelId="{A1CF004E-0C4F-4849-88EF-E1AE8970C6E2}" type="presParOf" srcId="{BBA1AE22-5CB2-4632-8B1A-E9DF40106C76}" destId="{7050DF9A-803D-4F25-A95E-5D7BDB9D9DCF}" srcOrd="0" destOrd="0" presId="urn:microsoft.com/office/officeart/2009/3/layout/HorizontalOrganizationChart"/>
    <dgm:cxn modelId="{61517326-5B12-47C0-AB4F-09108746ED47}" type="presParOf" srcId="{7050DF9A-803D-4F25-A95E-5D7BDB9D9DCF}" destId="{1378B605-9FA0-4426-8B04-298DF8D106D2}" srcOrd="0" destOrd="0" presId="urn:microsoft.com/office/officeart/2009/3/layout/HorizontalOrganizationChart"/>
    <dgm:cxn modelId="{C332D6E0-80B1-49AC-90BD-313006D360DC}" type="presParOf" srcId="{7050DF9A-803D-4F25-A95E-5D7BDB9D9DCF}" destId="{4F0B7E12-CB4B-4094-8C5B-B99D5F71AC30}" srcOrd="1" destOrd="0" presId="urn:microsoft.com/office/officeart/2009/3/layout/HorizontalOrganizationChart"/>
    <dgm:cxn modelId="{480D628E-C9A7-4F00-AF44-E86DBE4FEBF2}" type="presParOf" srcId="{BBA1AE22-5CB2-4632-8B1A-E9DF40106C76}" destId="{E42A40F9-8020-4E29-94DE-EEBC487A0281}" srcOrd="1" destOrd="0" presId="urn:microsoft.com/office/officeart/2009/3/layout/HorizontalOrganizationChart"/>
    <dgm:cxn modelId="{8422D662-FBF8-417C-9F01-C7DFE9BD7731}" type="presParOf" srcId="{BBA1AE22-5CB2-4632-8B1A-E9DF40106C76}" destId="{D033A8E6-D0C8-4594-8A03-CFEF25174977}" srcOrd="2" destOrd="0" presId="urn:microsoft.com/office/officeart/2009/3/layout/HorizontalOrganizationChart"/>
    <dgm:cxn modelId="{5AD8D6D0-C0E4-4740-98BC-F4358FB1AFED}" type="presParOf" srcId="{0923CCE7-1A90-44E4-87F9-DDD0935664AD}" destId="{035F2116-FA9E-450A-9508-10D618B513AF}" srcOrd="2" destOrd="0" presId="urn:microsoft.com/office/officeart/2009/3/layout/HorizontalOrganizationChart"/>
    <dgm:cxn modelId="{185F6364-E4EA-4F2F-8255-B1D0D5140E23}" type="presParOf" srcId="{8DE44575-50B9-461A-91DB-BDE01F5E0239}" destId="{2D33C6CB-EB90-4F8C-902A-28D51957DEBD}" srcOrd="2" destOrd="0" presId="urn:microsoft.com/office/officeart/2009/3/layout/HorizontalOrganizationChart"/>
    <dgm:cxn modelId="{93117C22-0C6B-43AE-A7FB-47069F7ECEB7}" type="presParOf" srcId="{7CCFBFD5-D83F-49C6-B252-9BEB0DDFC4FB}" destId="{F3F0562A-DFA1-4163-95CB-471615AE2FCE}" srcOrd="4" destOrd="0" presId="urn:microsoft.com/office/officeart/2009/3/layout/HorizontalOrganizationChart"/>
    <dgm:cxn modelId="{29A793CC-41E7-444F-A682-B6676848B4D7}" type="presParOf" srcId="{7CCFBFD5-D83F-49C6-B252-9BEB0DDFC4FB}" destId="{C2C1BA5A-00C3-4B99-B2F3-BCB1CFCD1C2D}" srcOrd="5" destOrd="0" presId="urn:microsoft.com/office/officeart/2009/3/layout/HorizontalOrganizationChart"/>
    <dgm:cxn modelId="{F2475E37-4B3E-4290-BC6A-EA13C267762A}" type="presParOf" srcId="{C2C1BA5A-00C3-4B99-B2F3-BCB1CFCD1C2D}" destId="{20B913B7-9EB5-492C-8D43-8EF95AD3C9A9}" srcOrd="0" destOrd="0" presId="urn:microsoft.com/office/officeart/2009/3/layout/HorizontalOrganizationChart"/>
    <dgm:cxn modelId="{B6E8D546-74F3-4177-8411-E53E6A9C2F1E}" type="presParOf" srcId="{20B913B7-9EB5-492C-8D43-8EF95AD3C9A9}" destId="{06B0DE0D-A893-4E48-8CDF-5122E17F9B64}" srcOrd="0" destOrd="0" presId="urn:microsoft.com/office/officeart/2009/3/layout/HorizontalOrganizationChart"/>
    <dgm:cxn modelId="{69C02420-4B8A-4291-9746-84BA2592DC0B}" type="presParOf" srcId="{20B913B7-9EB5-492C-8D43-8EF95AD3C9A9}" destId="{23419DDF-8089-4666-B5E3-01A904792179}" srcOrd="1" destOrd="0" presId="urn:microsoft.com/office/officeart/2009/3/layout/HorizontalOrganizationChart"/>
    <dgm:cxn modelId="{F74C4494-0D96-4F17-800F-DEA007852FBD}" type="presParOf" srcId="{C2C1BA5A-00C3-4B99-B2F3-BCB1CFCD1C2D}" destId="{365D1568-F437-4B39-8590-AE45CDFC92A6}" srcOrd="1" destOrd="0" presId="urn:microsoft.com/office/officeart/2009/3/layout/HorizontalOrganizationChart"/>
    <dgm:cxn modelId="{0AC87B2A-1532-40C6-B247-123DB769B83D}" type="presParOf" srcId="{C2C1BA5A-00C3-4B99-B2F3-BCB1CFCD1C2D}" destId="{FE44E489-31F5-4899-A4BC-75CA87EEE4A0}" srcOrd="2" destOrd="0" presId="urn:microsoft.com/office/officeart/2009/3/layout/HorizontalOrganizationChart"/>
    <dgm:cxn modelId="{F8424229-9515-474C-A949-E1F394B3A155}" type="presParOf" srcId="{42ECC829-044C-446B-A451-C06E469216A0}" destId="{62FD2EFE-7C42-4767-9196-50049F8D5B9A}" srcOrd="2" destOrd="0" presId="urn:microsoft.com/office/officeart/2009/3/layout/HorizontalOrganizationChart"/>
    <dgm:cxn modelId="{A8FA4A63-AE99-4A39-890D-C9115095D83B}" type="presParOf" srcId="{89858906-0751-4CBC-AC7D-D79B14B407F4}" destId="{81CCF926-D10C-4955-A495-CFEF5A06EE49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C58A290-6547-4AD1-8717-87A5004E601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36B49540-C60C-4A12-BC4B-822F3DB9432D}">
      <dgm:prSet phldrT="[Text]"/>
      <dgm:spPr/>
      <dgm:t>
        <a:bodyPr/>
        <a:lstStyle/>
        <a:p>
          <a:pPr algn="ctr"/>
          <a:r>
            <a:rPr lang="en-US" dirty="0"/>
            <a:t>File.asm</a:t>
          </a:r>
        </a:p>
      </dgm:t>
    </dgm:pt>
    <dgm:pt modelId="{CFFE35AF-4AD4-4A65-B1DB-DF2DA49A39B9}" type="parTrans" cxnId="{338D59EB-EC9B-4027-8AC5-3158C112B5C7}">
      <dgm:prSet/>
      <dgm:spPr/>
      <dgm:t>
        <a:bodyPr/>
        <a:lstStyle/>
        <a:p>
          <a:pPr algn="ctr"/>
          <a:endParaRPr lang="en-US"/>
        </a:p>
      </dgm:t>
    </dgm:pt>
    <dgm:pt modelId="{44844C29-2344-4CAB-81C2-4A181442B412}" type="sibTrans" cxnId="{338D59EB-EC9B-4027-8AC5-3158C112B5C7}">
      <dgm:prSet/>
      <dgm:spPr/>
      <dgm:t>
        <a:bodyPr/>
        <a:lstStyle/>
        <a:p>
          <a:pPr algn="ctr"/>
          <a:endParaRPr lang="en-US"/>
        </a:p>
      </dgm:t>
    </dgm:pt>
    <dgm:pt modelId="{F5BCAE92-25D3-44E6-9540-7E91DD348136}">
      <dgm:prSet phldrT="[Text]"/>
      <dgm:spPr/>
      <dgm:t>
        <a:bodyPr/>
        <a:lstStyle/>
        <a:p>
          <a:pPr algn="ctr"/>
          <a:r>
            <a:rPr lang="en-US" dirty="0" err="1"/>
            <a:t>File.bin</a:t>
          </a:r>
          <a:endParaRPr lang="en-US" dirty="0"/>
        </a:p>
      </dgm:t>
    </dgm:pt>
    <dgm:pt modelId="{3F7D0274-2775-4607-973A-FCD8EC90B1B9}" type="parTrans" cxnId="{FAE613A8-2959-47E0-B8C2-D0AF8BB24FA9}">
      <dgm:prSet/>
      <dgm:spPr/>
      <dgm:t>
        <a:bodyPr/>
        <a:lstStyle/>
        <a:p>
          <a:pPr algn="ctr"/>
          <a:endParaRPr lang="en-US"/>
        </a:p>
      </dgm:t>
    </dgm:pt>
    <dgm:pt modelId="{6B9A71D2-BA48-41CA-995B-C3C9902A95C9}" type="sibTrans" cxnId="{FAE613A8-2959-47E0-B8C2-D0AF8BB24FA9}">
      <dgm:prSet/>
      <dgm:spPr/>
      <dgm:t>
        <a:bodyPr/>
        <a:lstStyle/>
        <a:p>
          <a:pPr algn="ctr"/>
          <a:endParaRPr lang="en-US"/>
        </a:p>
      </dgm:t>
    </dgm:pt>
    <dgm:pt modelId="{8A7F87A0-DF4A-49BC-8BE0-C75836A48603}" type="pres">
      <dgm:prSet presAssocID="{CC58A290-6547-4AD1-8717-87A5004E6016}" presName="Name0" presStyleCnt="0">
        <dgm:presLayoutVars>
          <dgm:dir/>
          <dgm:resizeHandles val="exact"/>
        </dgm:presLayoutVars>
      </dgm:prSet>
      <dgm:spPr/>
    </dgm:pt>
    <dgm:pt modelId="{1F486C77-0D5C-490C-8408-4C51782FA7C4}" type="pres">
      <dgm:prSet presAssocID="{36B49540-C60C-4A12-BC4B-822F3DB9432D}" presName="node" presStyleLbl="node1" presStyleIdx="0" presStyleCnt="2" custLinFactNeighborX="-117">
        <dgm:presLayoutVars>
          <dgm:bulletEnabled val="1"/>
        </dgm:presLayoutVars>
      </dgm:prSet>
      <dgm:spPr/>
    </dgm:pt>
    <dgm:pt modelId="{C495AB4A-25B2-4900-B898-38F105591B32}" type="pres">
      <dgm:prSet presAssocID="{44844C29-2344-4CAB-81C2-4A181442B412}" presName="sibTrans" presStyleLbl="sibTrans2D1" presStyleIdx="0" presStyleCnt="1"/>
      <dgm:spPr/>
    </dgm:pt>
    <dgm:pt modelId="{79B4009B-4D0C-422E-8C93-99D4D6B8A095}" type="pres">
      <dgm:prSet presAssocID="{44844C29-2344-4CAB-81C2-4A181442B412}" presName="connectorText" presStyleLbl="sibTrans2D1" presStyleIdx="0" presStyleCnt="1"/>
      <dgm:spPr/>
    </dgm:pt>
    <dgm:pt modelId="{EB240314-D290-4485-83B4-83FCAA23589D}" type="pres">
      <dgm:prSet presAssocID="{F5BCAE92-25D3-44E6-9540-7E91DD348136}" presName="node" presStyleLbl="node1" presStyleIdx="1" presStyleCnt="2">
        <dgm:presLayoutVars>
          <dgm:bulletEnabled val="1"/>
        </dgm:presLayoutVars>
      </dgm:prSet>
      <dgm:spPr/>
    </dgm:pt>
  </dgm:ptLst>
  <dgm:cxnLst>
    <dgm:cxn modelId="{8519BF0B-EEDC-432B-82B9-B48212234B10}" type="presOf" srcId="{CC58A290-6547-4AD1-8717-87A5004E6016}" destId="{8A7F87A0-DF4A-49BC-8BE0-C75836A48603}" srcOrd="0" destOrd="0" presId="urn:microsoft.com/office/officeart/2005/8/layout/process1"/>
    <dgm:cxn modelId="{ECB47743-2D1B-44BF-8EFD-69546E1AFC1B}" type="presOf" srcId="{44844C29-2344-4CAB-81C2-4A181442B412}" destId="{C495AB4A-25B2-4900-B898-38F105591B32}" srcOrd="0" destOrd="0" presId="urn:microsoft.com/office/officeart/2005/8/layout/process1"/>
    <dgm:cxn modelId="{CA9D576A-5A41-4434-BF12-EA36D1006536}" type="presOf" srcId="{44844C29-2344-4CAB-81C2-4A181442B412}" destId="{79B4009B-4D0C-422E-8C93-99D4D6B8A095}" srcOrd="1" destOrd="0" presId="urn:microsoft.com/office/officeart/2005/8/layout/process1"/>
    <dgm:cxn modelId="{08050395-06D0-4873-AB21-195660DBC08B}" type="presOf" srcId="{36B49540-C60C-4A12-BC4B-822F3DB9432D}" destId="{1F486C77-0D5C-490C-8408-4C51782FA7C4}" srcOrd="0" destOrd="0" presId="urn:microsoft.com/office/officeart/2005/8/layout/process1"/>
    <dgm:cxn modelId="{FAE613A8-2959-47E0-B8C2-D0AF8BB24FA9}" srcId="{CC58A290-6547-4AD1-8717-87A5004E6016}" destId="{F5BCAE92-25D3-44E6-9540-7E91DD348136}" srcOrd="1" destOrd="0" parTransId="{3F7D0274-2775-4607-973A-FCD8EC90B1B9}" sibTransId="{6B9A71D2-BA48-41CA-995B-C3C9902A95C9}"/>
    <dgm:cxn modelId="{BABC21CD-88EF-467B-B1EF-2977C5969BFA}" type="presOf" srcId="{F5BCAE92-25D3-44E6-9540-7E91DD348136}" destId="{EB240314-D290-4485-83B4-83FCAA23589D}" srcOrd="0" destOrd="0" presId="urn:microsoft.com/office/officeart/2005/8/layout/process1"/>
    <dgm:cxn modelId="{338D59EB-EC9B-4027-8AC5-3158C112B5C7}" srcId="{CC58A290-6547-4AD1-8717-87A5004E6016}" destId="{36B49540-C60C-4A12-BC4B-822F3DB9432D}" srcOrd="0" destOrd="0" parTransId="{CFFE35AF-4AD4-4A65-B1DB-DF2DA49A39B9}" sibTransId="{44844C29-2344-4CAB-81C2-4A181442B412}"/>
    <dgm:cxn modelId="{2C85BEA0-3DE9-43E5-A0A0-DC1811DED966}" type="presParOf" srcId="{8A7F87A0-DF4A-49BC-8BE0-C75836A48603}" destId="{1F486C77-0D5C-490C-8408-4C51782FA7C4}" srcOrd="0" destOrd="0" presId="urn:microsoft.com/office/officeart/2005/8/layout/process1"/>
    <dgm:cxn modelId="{ACA69BA2-E183-455D-8B2F-9D09256775DD}" type="presParOf" srcId="{8A7F87A0-DF4A-49BC-8BE0-C75836A48603}" destId="{C495AB4A-25B2-4900-B898-38F105591B32}" srcOrd="1" destOrd="0" presId="urn:microsoft.com/office/officeart/2005/8/layout/process1"/>
    <dgm:cxn modelId="{CD2E3320-54CB-46C1-8880-D1B1A8647049}" type="presParOf" srcId="{C495AB4A-25B2-4900-B898-38F105591B32}" destId="{79B4009B-4D0C-422E-8C93-99D4D6B8A095}" srcOrd="0" destOrd="0" presId="urn:microsoft.com/office/officeart/2005/8/layout/process1"/>
    <dgm:cxn modelId="{6D087182-40C6-4ED6-9B58-FD2351ED8491}" type="presParOf" srcId="{8A7F87A0-DF4A-49BC-8BE0-C75836A48603}" destId="{EB240314-D290-4485-83B4-83FCAA23589D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486C77-0D5C-490C-8408-4C51782FA7C4}">
      <dsp:nvSpPr>
        <dsp:cNvPr id="0" name=""/>
        <dsp:cNvSpPr/>
      </dsp:nvSpPr>
      <dsp:spPr>
        <a:xfrm>
          <a:off x="2965" y="331296"/>
          <a:ext cx="2062804" cy="17657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File.grafcet</a:t>
          </a:r>
          <a:endParaRPr lang="en-US" sz="3000" kern="1200" dirty="0"/>
        </a:p>
      </dsp:txBody>
      <dsp:txXfrm>
        <a:off x="54681" y="383012"/>
        <a:ext cx="1959372" cy="1662297"/>
      </dsp:txXfrm>
    </dsp:sp>
    <dsp:sp modelId="{C495AB4A-25B2-4900-B898-38F105591B32}">
      <dsp:nvSpPr>
        <dsp:cNvPr id="0" name=""/>
        <dsp:cNvSpPr/>
      </dsp:nvSpPr>
      <dsp:spPr>
        <a:xfrm>
          <a:off x="2168606" y="756959"/>
          <a:ext cx="535544" cy="9144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2168606" y="939840"/>
        <a:ext cx="374881" cy="548641"/>
      </dsp:txXfrm>
    </dsp:sp>
    <dsp:sp modelId="{EB240314-D290-4485-83B4-83FCAA23589D}">
      <dsp:nvSpPr>
        <dsp:cNvPr id="0" name=""/>
        <dsp:cNvSpPr/>
      </dsp:nvSpPr>
      <dsp:spPr>
        <a:xfrm>
          <a:off x="4226397" y="331296"/>
          <a:ext cx="2062804" cy="17657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File.asm</a:t>
          </a:r>
        </a:p>
      </dsp:txBody>
      <dsp:txXfrm>
        <a:off x="4278113" y="383012"/>
        <a:ext cx="1959372" cy="1662297"/>
      </dsp:txXfrm>
    </dsp:sp>
    <dsp:sp modelId="{7A73B18A-FA2A-474F-8C56-A73C6F4AB6AB}">
      <dsp:nvSpPr>
        <dsp:cNvPr id="0" name=""/>
        <dsp:cNvSpPr/>
      </dsp:nvSpPr>
      <dsp:spPr>
        <a:xfrm>
          <a:off x="6392038" y="756959"/>
          <a:ext cx="535544" cy="9144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392038" y="939840"/>
        <a:ext cx="374881" cy="548641"/>
      </dsp:txXfrm>
    </dsp:sp>
    <dsp:sp modelId="{0E954A93-BE35-4518-A895-20693CCD2DAB}">
      <dsp:nvSpPr>
        <dsp:cNvPr id="0" name=""/>
        <dsp:cNvSpPr/>
      </dsp:nvSpPr>
      <dsp:spPr>
        <a:xfrm>
          <a:off x="8449829" y="331296"/>
          <a:ext cx="2062804" cy="17657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File.bin</a:t>
          </a:r>
          <a:endParaRPr lang="en-US" sz="3000" kern="1200" dirty="0"/>
        </a:p>
      </dsp:txBody>
      <dsp:txXfrm>
        <a:off x="8501545" y="383012"/>
        <a:ext cx="1959372" cy="16622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486C77-0D5C-490C-8408-4C51782FA7C4}">
      <dsp:nvSpPr>
        <dsp:cNvPr id="0" name=""/>
        <dsp:cNvSpPr/>
      </dsp:nvSpPr>
      <dsp:spPr>
        <a:xfrm>
          <a:off x="2965" y="331296"/>
          <a:ext cx="2062804" cy="17657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File.grafcet</a:t>
          </a:r>
          <a:endParaRPr lang="en-US" sz="3000" kern="1200" dirty="0"/>
        </a:p>
      </dsp:txBody>
      <dsp:txXfrm>
        <a:off x="54681" y="383012"/>
        <a:ext cx="1959372" cy="1662297"/>
      </dsp:txXfrm>
    </dsp:sp>
    <dsp:sp modelId="{C495AB4A-25B2-4900-B898-38F105591B32}">
      <dsp:nvSpPr>
        <dsp:cNvPr id="0" name=""/>
        <dsp:cNvSpPr/>
      </dsp:nvSpPr>
      <dsp:spPr>
        <a:xfrm>
          <a:off x="2168606" y="756959"/>
          <a:ext cx="535544" cy="9144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2168606" y="939840"/>
        <a:ext cx="374881" cy="548641"/>
      </dsp:txXfrm>
    </dsp:sp>
    <dsp:sp modelId="{EB240314-D290-4485-83B4-83FCAA23589D}">
      <dsp:nvSpPr>
        <dsp:cNvPr id="0" name=""/>
        <dsp:cNvSpPr/>
      </dsp:nvSpPr>
      <dsp:spPr>
        <a:xfrm>
          <a:off x="4226397" y="331296"/>
          <a:ext cx="2062804" cy="17657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File.asm</a:t>
          </a:r>
        </a:p>
      </dsp:txBody>
      <dsp:txXfrm>
        <a:off x="4278113" y="383012"/>
        <a:ext cx="1959372" cy="1662297"/>
      </dsp:txXfrm>
    </dsp:sp>
    <dsp:sp modelId="{7A73B18A-FA2A-474F-8C56-A73C6F4AB6AB}">
      <dsp:nvSpPr>
        <dsp:cNvPr id="0" name=""/>
        <dsp:cNvSpPr/>
      </dsp:nvSpPr>
      <dsp:spPr>
        <a:xfrm>
          <a:off x="6392038" y="756959"/>
          <a:ext cx="535544" cy="9144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392038" y="939840"/>
        <a:ext cx="374881" cy="548641"/>
      </dsp:txXfrm>
    </dsp:sp>
    <dsp:sp modelId="{0E954A93-BE35-4518-A895-20693CCD2DAB}">
      <dsp:nvSpPr>
        <dsp:cNvPr id="0" name=""/>
        <dsp:cNvSpPr/>
      </dsp:nvSpPr>
      <dsp:spPr>
        <a:xfrm>
          <a:off x="8449829" y="331296"/>
          <a:ext cx="2062804" cy="17657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File.bin</a:t>
          </a:r>
          <a:endParaRPr lang="en-US" sz="3000" kern="1200" dirty="0"/>
        </a:p>
      </dsp:txBody>
      <dsp:txXfrm>
        <a:off x="8501545" y="383012"/>
        <a:ext cx="1959372" cy="16622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486C77-0D5C-490C-8408-4C51782FA7C4}">
      <dsp:nvSpPr>
        <dsp:cNvPr id="0" name=""/>
        <dsp:cNvSpPr/>
      </dsp:nvSpPr>
      <dsp:spPr>
        <a:xfrm>
          <a:off x="2" y="0"/>
          <a:ext cx="3037532" cy="17897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 err="1"/>
            <a:t>File.grafcet</a:t>
          </a:r>
          <a:endParaRPr lang="en-US" sz="4500" kern="1200" dirty="0"/>
        </a:p>
      </dsp:txBody>
      <dsp:txXfrm>
        <a:off x="52423" y="52421"/>
        <a:ext cx="2932690" cy="1684930"/>
      </dsp:txXfrm>
    </dsp:sp>
    <dsp:sp modelId="{C495AB4A-25B2-4900-B898-38F105591B32}">
      <dsp:nvSpPr>
        <dsp:cNvPr id="0" name=""/>
        <dsp:cNvSpPr/>
      </dsp:nvSpPr>
      <dsp:spPr>
        <a:xfrm>
          <a:off x="3341643" y="518232"/>
          <a:ext cx="644710" cy="7533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3341643" y="668893"/>
        <a:ext cx="451297" cy="451985"/>
      </dsp:txXfrm>
    </dsp:sp>
    <dsp:sp modelId="{EB240314-D290-4485-83B4-83FCAA23589D}">
      <dsp:nvSpPr>
        <dsp:cNvPr id="0" name=""/>
        <dsp:cNvSpPr/>
      </dsp:nvSpPr>
      <dsp:spPr>
        <a:xfrm>
          <a:off x="4253969" y="0"/>
          <a:ext cx="3037532" cy="17897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File.asm</a:t>
          </a:r>
        </a:p>
      </dsp:txBody>
      <dsp:txXfrm>
        <a:off x="4306390" y="52421"/>
        <a:ext cx="2932690" cy="16849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F0562A-DFA1-4163-95CB-471615AE2FCE}">
      <dsp:nvSpPr>
        <dsp:cNvPr id="0" name=""/>
        <dsp:cNvSpPr/>
      </dsp:nvSpPr>
      <dsp:spPr>
        <a:xfrm>
          <a:off x="8472952" y="1440655"/>
          <a:ext cx="292114" cy="628045"/>
        </a:xfrm>
        <a:custGeom>
          <a:avLst/>
          <a:gdLst/>
          <a:ahLst/>
          <a:cxnLst/>
          <a:rect l="0" t="0" r="0" b="0"/>
          <a:pathLst>
            <a:path>
              <a:moveTo>
                <a:pt x="292114" y="0"/>
              </a:moveTo>
              <a:lnTo>
                <a:pt x="146057" y="0"/>
              </a:lnTo>
              <a:lnTo>
                <a:pt x="146057" y="628045"/>
              </a:lnTo>
              <a:lnTo>
                <a:pt x="0" y="6280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2CC472-22E8-41CD-B6D2-742C5674C089}">
      <dsp:nvSpPr>
        <dsp:cNvPr id="0" name=""/>
        <dsp:cNvSpPr/>
      </dsp:nvSpPr>
      <dsp:spPr>
        <a:xfrm>
          <a:off x="4967583" y="1440655"/>
          <a:ext cx="292114" cy="628045"/>
        </a:xfrm>
        <a:custGeom>
          <a:avLst/>
          <a:gdLst/>
          <a:ahLst/>
          <a:cxnLst/>
          <a:rect l="0" t="0" r="0" b="0"/>
          <a:pathLst>
            <a:path>
              <a:moveTo>
                <a:pt x="292114" y="0"/>
              </a:moveTo>
              <a:lnTo>
                <a:pt x="146057" y="0"/>
              </a:lnTo>
              <a:lnTo>
                <a:pt x="146057" y="628045"/>
              </a:lnTo>
              <a:lnTo>
                <a:pt x="0" y="6280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1CFB92-2A5D-4BE4-9CFC-31B64A783408}">
      <dsp:nvSpPr>
        <dsp:cNvPr id="0" name=""/>
        <dsp:cNvSpPr/>
      </dsp:nvSpPr>
      <dsp:spPr>
        <a:xfrm>
          <a:off x="1462215" y="1394935"/>
          <a:ext cx="292114" cy="91440"/>
        </a:xfrm>
        <a:custGeom>
          <a:avLst/>
          <a:gdLst/>
          <a:ahLst/>
          <a:cxnLst/>
          <a:rect l="0" t="0" r="0" b="0"/>
          <a:pathLst>
            <a:path>
              <a:moveTo>
                <a:pt x="292114" y="45720"/>
              </a:moveTo>
              <a:lnTo>
                <a:pt x="0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E1D843-87F1-4D26-BEB8-739A62F07791}">
      <dsp:nvSpPr>
        <dsp:cNvPr id="0" name=""/>
        <dsp:cNvSpPr/>
      </dsp:nvSpPr>
      <dsp:spPr>
        <a:xfrm>
          <a:off x="3214899" y="1394935"/>
          <a:ext cx="292114" cy="91440"/>
        </a:xfrm>
        <a:custGeom>
          <a:avLst/>
          <a:gdLst/>
          <a:ahLst/>
          <a:cxnLst/>
          <a:rect l="0" t="0" r="0" b="0"/>
          <a:pathLst>
            <a:path>
              <a:moveTo>
                <a:pt x="292114" y="45720"/>
              </a:moveTo>
              <a:lnTo>
                <a:pt x="0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8038DE-B719-4276-88F8-88FBD01E0E7C}">
      <dsp:nvSpPr>
        <dsp:cNvPr id="0" name=""/>
        <dsp:cNvSpPr/>
      </dsp:nvSpPr>
      <dsp:spPr>
        <a:xfrm>
          <a:off x="4967583" y="1394935"/>
          <a:ext cx="292114" cy="91440"/>
        </a:xfrm>
        <a:custGeom>
          <a:avLst/>
          <a:gdLst/>
          <a:ahLst/>
          <a:cxnLst/>
          <a:rect l="0" t="0" r="0" b="0"/>
          <a:pathLst>
            <a:path>
              <a:moveTo>
                <a:pt x="292114" y="45720"/>
              </a:moveTo>
              <a:lnTo>
                <a:pt x="0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115F71-C8E4-4763-AA91-4863F0E25B35}">
      <dsp:nvSpPr>
        <dsp:cNvPr id="0" name=""/>
        <dsp:cNvSpPr/>
      </dsp:nvSpPr>
      <dsp:spPr>
        <a:xfrm>
          <a:off x="1462215" y="766890"/>
          <a:ext cx="292114" cy="91440"/>
        </a:xfrm>
        <a:custGeom>
          <a:avLst/>
          <a:gdLst/>
          <a:ahLst/>
          <a:cxnLst/>
          <a:rect l="0" t="0" r="0" b="0"/>
          <a:pathLst>
            <a:path>
              <a:moveTo>
                <a:pt x="292114" y="45720"/>
              </a:moveTo>
              <a:lnTo>
                <a:pt x="0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4A1D2D-8BDA-4D53-8833-ACCE2391C2AD}">
      <dsp:nvSpPr>
        <dsp:cNvPr id="0" name=""/>
        <dsp:cNvSpPr/>
      </dsp:nvSpPr>
      <dsp:spPr>
        <a:xfrm>
          <a:off x="3214899" y="766890"/>
          <a:ext cx="292114" cy="91440"/>
        </a:xfrm>
        <a:custGeom>
          <a:avLst/>
          <a:gdLst/>
          <a:ahLst/>
          <a:cxnLst/>
          <a:rect l="0" t="0" r="0" b="0"/>
          <a:pathLst>
            <a:path>
              <a:moveTo>
                <a:pt x="292114" y="45720"/>
              </a:moveTo>
              <a:lnTo>
                <a:pt x="0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E1AB20-1F1C-439D-ABCD-1A01DF0E34F4}">
      <dsp:nvSpPr>
        <dsp:cNvPr id="0" name=""/>
        <dsp:cNvSpPr/>
      </dsp:nvSpPr>
      <dsp:spPr>
        <a:xfrm>
          <a:off x="4967583" y="812610"/>
          <a:ext cx="292114" cy="628045"/>
        </a:xfrm>
        <a:custGeom>
          <a:avLst/>
          <a:gdLst/>
          <a:ahLst/>
          <a:cxnLst/>
          <a:rect l="0" t="0" r="0" b="0"/>
          <a:pathLst>
            <a:path>
              <a:moveTo>
                <a:pt x="292114" y="628045"/>
              </a:moveTo>
              <a:lnTo>
                <a:pt x="146057" y="628045"/>
              </a:lnTo>
              <a:lnTo>
                <a:pt x="146057" y="0"/>
              </a:lnTo>
              <a:lnTo>
                <a:pt x="0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95E397-AA5F-489F-A363-A82058DD4851}">
      <dsp:nvSpPr>
        <dsp:cNvPr id="0" name=""/>
        <dsp:cNvSpPr/>
      </dsp:nvSpPr>
      <dsp:spPr>
        <a:xfrm>
          <a:off x="6720268" y="1394935"/>
          <a:ext cx="292114" cy="91440"/>
        </a:xfrm>
        <a:custGeom>
          <a:avLst/>
          <a:gdLst/>
          <a:ahLst/>
          <a:cxnLst/>
          <a:rect l="0" t="0" r="0" b="0"/>
          <a:pathLst>
            <a:path>
              <a:moveTo>
                <a:pt x="292114" y="45720"/>
              </a:moveTo>
              <a:lnTo>
                <a:pt x="0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47EA42-0B50-4B1C-AB1B-317AB186D147}">
      <dsp:nvSpPr>
        <dsp:cNvPr id="0" name=""/>
        <dsp:cNvSpPr/>
      </dsp:nvSpPr>
      <dsp:spPr>
        <a:xfrm>
          <a:off x="8472952" y="1394935"/>
          <a:ext cx="292114" cy="91440"/>
        </a:xfrm>
        <a:custGeom>
          <a:avLst/>
          <a:gdLst/>
          <a:ahLst/>
          <a:cxnLst/>
          <a:rect l="0" t="0" r="0" b="0"/>
          <a:pathLst>
            <a:path>
              <a:moveTo>
                <a:pt x="292114" y="45720"/>
              </a:moveTo>
              <a:lnTo>
                <a:pt x="0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BA4C21-96FB-43F8-B51B-0C995CF76B6E}">
      <dsp:nvSpPr>
        <dsp:cNvPr id="0" name=""/>
        <dsp:cNvSpPr/>
      </dsp:nvSpPr>
      <dsp:spPr>
        <a:xfrm>
          <a:off x="8472952" y="812610"/>
          <a:ext cx="292114" cy="628045"/>
        </a:xfrm>
        <a:custGeom>
          <a:avLst/>
          <a:gdLst/>
          <a:ahLst/>
          <a:cxnLst/>
          <a:rect l="0" t="0" r="0" b="0"/>
          <a:pathLst>
            <a:path>
              <a:moveTo>
                <a:pt x="292114" y="628045"/>
              </a:moveTo>
              <a:lnTo>
                <a:pt x="146057" y="628045"/>
              </a:lnTo>
              <a:lnTo>
                <a:pt x="146057" y="0"/>
              </a:lnTo>
              <a:lnTo>
                <a:pt x="0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1E7987-FD6B-4D0E-887D-C5BDC849A1CC}">
      <dsp:nvSpPr>
        <dsp:cNvPr id="0" name=""/>
        <dsp:cNvSpPr/>
      </dsp:nvSpPr>
      <dsp:spPr>
        <a:xfrm>
          <a:off x="10225636" y="1394935"/>
          <a:ext cx="292114" cy="91440"/>
        </a:xfrm>
        <a:custGeom>
          <a:avLst/>
          <a:gdLst/>
          <a:ahLst/>
          <a:cxnLst/>
          <a:rect l="0" t="0" r="0" b="0"/>
          <a:pathLst>
            <a:path>
              <a:moveTo>
                <a:pt x="292114" y="45720"/>
              </a:moveTo>
              <a:lnTo>
                <a:pt x="0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C89453-05A3-4366-BB65-8034411C2135}">
      <dsp:nvSpPr>
        <dsp:cNvPr id="0" name=""/>
        <dsp:cNvSpPr/>
      </dsp:nvSpPr>
      <dsp:spPr>
        <a:xfrm>
          <a:off x="10517750" y="1217918"/>
          <a:ext cx="1460570" cy="445473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Grafcet</a:t>
          </a:r>
          <a:endParaRPr lang="en-US" sz="1200" kern="1200" dirty="0"/>
        </a:p>
      </dsp:txBody>
      <dsp:txXfrm>
        <a:off x="10517750" y="1217918"/>
        <a:ext cx="1460570" cy="445473"/>
      </dsp:txXfrm>
    </dsp:sp>
    <dsp:sp modelId="{43DC45D2-4BFC-422F-9E06-23D8BEE271F1}">
      <dsp:nvSpPr>
        <dsp:cNvPr id="0" name=""/>
        <dsp:cNvSpPr/>
      </dsp:nvSpPr>
      <dsp:spPr>
        <a:xfrm>
          <a:off x="8765066" y="1217918"/>
          <a:ext cx="1460570" cy="445473"/>
        </a:xfrm>
        <a:prstGeom prst="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gcc</a:t>
          </a:r>
          <a:endParaRPr lang="en-US" sz="1200" kern="1200" dirty="0"/>
        </a:p>
      </dsp:txBody>
      <dsp:txXfrm>
        <a:off x="8765066" y="1217918"/>
        <a:ext cx="1460570" cy="445473"/>
      </dsp:txXfrm>
    </dsp:sp>
    <dsp:sp modelId="{EEC43D28-9A7C-4B8F-B374-AF5B6D96B11F}">
      <dsp:nvSpPr>
        <dsp:cNvPr id="0" name=""/>
        <dsp:cNvSpPr/>
      </dsp:nvSpPr>
      <dsp:spPr>
        <a:xfrm>
          <a:off x="7012382" y="589873"/>
          <a:ext cx="1460570" cy="4454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Lex.yy.o</a:t>
          </a:r>
          <a:endParaRPr lang="en-US" sz="1200" kern="1200" dirty="0"/>
        </a:p>
      </dsp:txBody>
      <dsp:txXfrm>
        <a:off x="7012382" y="589873"/>
        <a:ext cx="1460570" cy="445473"/>
      </dsp:txXfrm>
    </dsp:sp>
    <dsp:sp modelId="{230BF29A-AF3D-4DE0-88F5-267414FCCD77}">
      <dsp:nvSpPr>
        <dsp:cNvPr id="0" name=""/>
        <dsp:cNvSpPr/>
      </dsp:nvSpPr>
      <dsp:spPr>
        <a:xfrm>
          <a:off x="7012382" y="1217918"/>
          <a:ext cx="1460570" cy="4454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y.tab.o</a:t>
          </a:r>
          <a:endParaRPr lang="en-US" sz="1200" kern="1200" dirty="0"/>
        </a:p>
      </dsp:txBody>
      <dsp:txXfrm>
        <a:off x="7012382" y="1217918"/>
        <a:ext cx="1460570" cy="445473"/>
      </dsp:txXfrm>
    </dsp:sp>
    <dsp:sp modelId="{687B25B7-B44A-4C6D-B1A3-7321DB176B79}">
      <dsp:nvSpPr>
        <dsp:cNvPr id="0" name=""/>
        <dsp:cNvSpPr/>
      </dsp:nvSpPr>
      <dsp:spPr>
        <a:xfrm>
          <a:off x="5259697" y="1217918"/>
          <a:ext cx="1460570" cy="445473"/>
        </a:xfrm>
        <a:prstGeom prst="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gcc</a:t>
          </a:r>
          <a:r>
            <a:rPr lang="en-US" sz="1200" kern="1200" dirty="0"/>
            <a:t> -c</a:t>
          </a:r>
        </a:p>
      </dsp:txBody>
      <dsp:txXfrm>
        <a:off x="5259697" y="1217918"/>
        <a:ext cx="1460570" cy="445473"/>
      </dsp:txXfrm>
    </dsp:sp>
    <dsp:sp modelId="{58CBE84F-CF07-4095-A636-6498D55EB2DB}">
      <dsp:nvSpPr>
        <dsp:cNvPr id="0" name=""/>
        <dsp:cNvSpPr/>
      </dsp:nvSpPr>
      <dsp:spPr>
        <a:xfrm>
          <a:off x="3507013" y="589873"/>
          <a:ext cx="1460570" cy="4454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lex.yy.c</a:t>
          </a:r>
          <a:endParaRPr lang="en-US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3507013" y="589873"/>
        <a:ext cx="1460570" cy="445473"/>
      </dsp:txXfrm>
    </dsp:sp>
    <dsp:sp modelId="{3F537E15-41B9-4806-9E43-D0D0A1932474}">
      <dsp:nvSpPr>
        <dsp:cNvPr id="0" name=""/>
        <dsp:cNvSpPr/>
      </dsp:nvSpPr>
      <dsp:spPr>
        <a:xfrm>
          <a:off x="1754329" y="589873"/>
          <a:ext cx="1460570" cy="445473"/>
        </a:xfrm>
        <a:prstGeom prst="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lex</a:t>
          </a:r>
          <a:endParaRPr lang="en-US" sz="1200" kern="1200" dirty="0"/>
        </a:p>
      </dsp:txBody>
      <dsp:txXfrm>
        <a:off x="1754329" y="589873"/>
        <a:ext cx="1460570" cy="445473"/>
      </dsp:txXfrm>
    </dsp:sp>
    <dsp:sp modelId="{C4F7D8B6-C36E-4B24-9826-ABCB915D0043}">
      <dsp:nvSpPr>
        <dsp:cNvPr id="0" name=""/>
        <dsp:cNvSpPr/>
      </dsp:nvSpPr>
      <dsp:spPr>
        <a:xfrm>
          <a:off x="1645" y="589873"/>
          <a:ext cx="1460570" cy="4454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Grafcet.l</a:t>
          </a:r>
          <a:endParaRPr lang="en-US" sz="1200" kern="1200" dirty="0"/>
        </a:p>
      </dsp:txBody>
      <dsp:txXfrm>
        <a:off x="1645" y="589873"/>
        <a:ext cx="1460570" cy="445473"/>
      </dsp:txXfrm>
    </dsp:sp>
    <dsp:sp modelId="{4831DB25-0C36-4462-8660-A9794CE7FAD4}">
      <dsp:nvSpPr>
        <dsp:cNvPr id="0" name=""/>
        <dsp:cNvSpPr/>
      </dsp:nvSpPr>
      <dsp:spPr>
        <a:xfrm>
          <a:off x="3507013" y="1217918"/>
          <a:ext cx="1460570" cy="4454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y.tab.c</a:t>
          </a:r>
          <a:endParaRPr lang="en-US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y.tab.h</a:t>
          </a:r>
          <a:r>
            <a:rPr lang="en-US" sz="1200" kern="1200" dirty="0"/>
            <a:t> </a:t>
          </a:r>
        </a:p>
      </dsp:txBody>
      <dsp:txXfrm>
        <a:off x="3507013" y="1217918"/>
        <a:ext cx="1460570" cy="445473"/>
      </dsp:txXfrm>
    </dsp:sp>
    <dsp:sp modelId="{AAAF705F-2258-46D4-8946-58F70960A41B}">
      <dsp:nvSpPr>
        <dsp:cNvPr id="0" name=""/>
        <dsp:cNvSpPr/>
      </dsp:nvSpPr>
      <dsp:spPr>
        <a:xfrm>
          <a:off x="1754329" y="1217918"/>
          <a:ext cx="1460570" cy="445473"/>
        </a:xfrm>
        <a:prstGeom prst="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bison</a:t>
          </a:r>
        </a:p>
      </dsp:txBody>
      <dsp:txXfrm>
        <a:off x="1754329" y="1217918"/>
        <a:ext cx="1460570" cy="445473"/>
      </dsp:txXfrm>
    </dsp:sp>
    <dsp:sp modelId="{C02F3209-6FF4-4F2A-A6F6-4D9F9BE41472}">
      <dsp:nvSpPr>
        <dsp:cNvPr id="0" name=""/>
        <dsp:cNvSpPr/>
      </dsp:nvSpPr>
      <dsp:spPr>
        <a:xfrm>
          <a:off x="1645" y="1217918"/>
          <a:ext cx="1460570" cy="4454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Grafcet.y</a:t>
          </a:r>
          <a:endParaRPr lang="en-US" sz="1200" kern="1200" dirty="0"/>
        </a:p>
      </dsp:txBody>
      <dsp:txXfrm>
        <a:off x="1645" y="1217918"/>
        <a:ext cx="1460570" cy="445473"/>
      </dsp:txXfrm>
    </dsp:sp>
    <dsp:sp modelId="{1378B605-9FA0-4426-8B04-298DF8D106D2}">
      <dsp:nvSpPr>
        <dsp:cNvPr id="0" name=""/>
        <dsp:cNvSpPr/>
      </dsp:nvSpPr>
      <dsp:spPr>
        <a:xfrm>
          <a:off x="3507013" y="1845963"/>
          <a:ext cx="1460570" cy="4454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Ast.c</a:t>
          </a:r>
          <a:endParaRPr lang="en-US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Ast.h</a:t>
          </a:r>
          <a:endParaRPr lang="en-US" sz="1200" kern="1200" dirty="0"/>
        </a:p>
      </dsp:txBody>
      <dsp:txXfrm>
        <a:off x="3507013" y="1845963"/>
        <a:ext cx="1460570" cy="445473"/>
      </dsp:txXfrm>
    </dsp:sp>
    <dsp:sp modelId="{06B0DE0D-A893-4E48-8CDF-5122E17F9B64}">
      <dsp:nvSpPr>
        <dsp:cNvPr id="0" name=""/>
        <dsp:cNvSpPr/>
      </dsp:nvSpPr>
      <dsp:spPr>
        <a:xfrm>
          <a:off x="7012382" y="1845963"/>
          <a:ext cx="1460570" cy="4454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Ast.o</a:t>
          </a:r>
          <a:endParaRPr lang="en-US" sz="1200" kern="1200" dirty="0"/>
        </a:p>
      </dsp:txBody>
      <dsp:txXfrm>
        <a:off x="7012382" y="1845963"/>
        <a:ext cx="1460570" cy="4454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486C77-0D5C-490C-8408-4C51782FA7C4}">
      <dsp:nvSpPr>
        <dsp:cNvPr id="0" name=""/>
        <dsp:cNvSpPr/>
      </dsp:nvSpPr>
      <dsp:spPr>
        <a:xfrm>
          <a:off x="2" y="0"/>
          <a:ext cx="3037532" cy="17897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/>
            <a:t>File.asm</a:t>
          </a:r>
        </a:p>
      </dsp:txBody>
      <dsp:txXfrm>
        <a:off x="52423" y="52421"/>
        <a:ext cx="2932690" cy="1684930"/>
      </dsp:txXfrm>
    </dsp:sp>
    <dsp:sp modelId="{C495AB4A-25B2-4900-B898-38F105591B32}">
      <dsp:nvSpPr>
        <dsp:cNvPr id="0" name=""/>
        <dsp:cNvSpPr/>
      </dsp:nvSpPr>
      <dsp:spPr>
        <a:xfrm>
          <a:off x="3341643" y="518232"/>
          <a:ext cx="644710" cy="7533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3341643" y="668893"/>
        <a:ext cx="451297" cy="451985"/>
      </dsp:txXfrm>
    </dsp:sp>
    <dsp:sp modelId="{EB240314-D290-4485-83B4-83FCAA23589D}">
      <dsp:nvSpPr>
        <dsp:cNvPr id="0" name=""/>
        <dsp:cNvSpPr/>
      </dsp:nvSpPr>
      <dsp:spPr>
        <a:xfrm>
          <a:off x="4253969" y="0"/>
          <a:ext cx="3037532" cy="17897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 err="1"/>
            <a:t>File.bin</a:t>
          </a:r>
          <a:endParaRPr lang="en-US" sz="5800" kern="1200" dirty="0"/>
        </a:p>
      </dsp:txBody>
      <dsp:txXfrm>
        <a:off x="4306390" y="52421"/>
        <a:ext cx="2932690" cy="1684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DBDE-F140-4CF2-A83A-9953214FAF03}" type="datetimeFigureOut">
              <a:rPr lang="de-DE" smtClean="0"/>
              <a:t>06.03.2017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272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DBDE-F140-4CF2-A83A-9953214FAF03}" type="datetimeFigureOut">
              <a:rPr lang="de-DE" smtClean="0"/>
              <a:t>06.03.2017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6985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DBDE-F140-4CF2-A83A-9953214FAF03}" type="datetimeFigureOut">
              <a:rPr lang="de-DE" smtClean="0"/>
              <a:t>06.03.2017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691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DBDE-F140-4CF2-A83A-9953214FAF03}" type="datetimeFigureOut">
              <a:rPr lang="de-DE" smtClean="0"/>
              <a:t>06.03.2017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80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DBDE-F140-4CF2-A83A-9953214FAF03}" type="datetimeFigureOut">
              <a:rPr lang="de-DE" smtClean="0"/>
              <a:t>06.03.2017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0994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DBDE-F140-4CF2-A83A-9953214FAF03}" type="datetimeFigureOut">
              <a:rPr lang="de-DE" smtClean="0"/>
              <a:t>06.03.2017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0323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DBDE-F140-4CF2-A83A-9953214FAF03}" type="datetimeFigureOut">
              <a:rPr lang="de-DE" smtClean="0"/>
              <a:t>06.03.2017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3007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DBDE-F140-4CF2-A83A-9953214FAF03}" type="datetimeFigureOut">
              <a:rPr lang="de-DE" smtClean="0"/>
              <a:t>06.03.2017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6353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DBDE-F140-4CF2-A83A-9953214FAF03}" type="datetimeFigureOut">
              <a:rPr lang="de-DE" smtClean="0"/>
              <a:t>06.03.2017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5565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DBDE-F140-4CF2-A83A-9953214FAF03}" type="datetimeFigureOut">
              <a:rPr lang="de-DE" smtClean="0"/>
              <a:t>06.03.2017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2873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DBDE-F140-4CF2-A83A-9953214FAF03}" type="datetimeFigureOut">
              <a:rPr lang="de-DE" smtClean="0"/>
              <a:t>06.03.2017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489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FDBDE-F140-4CF2-A83A-9953214FAF03}" type="datetimeFigureOut">
              <a:rPr lang="de-DE" smtClean="0"/>
              <a:t>06.03.2017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0072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4141304" y="2326793"/>
            <a:ext cx="3909391" cy="281505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sz="4000" dirty="0"/>
              <a:t>Rappel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4000" dirty="0"/>
              <a:t>Le </a:t>
            </a:r>
            <a:r>
              <a:rPr lang="de-DE" sz="4000" dirty="0" err="1"/>
              <a:t>compilateur</a:t>
            </a:r>
            <a:endParaRPr lang="de-DE" sz="4000" dirty="0"/>
          </a:p>
          <a:p>
            <a:pPr marL="514350" indent="-514350">
              <a:buFont typeface="+mj-lt"/>
              <a:buAutoNum type="arabicPeriod"/>
            </a:pPr>
            <a:r>
              <a:rPr lang="fr-FR" sz="4000" dirty="0"/>
              <a:t>L’ assembleur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4000" dirty="0"/>
              <a:t>L</a:t>
            </a:r>
            <a:r>
              <a:rPr lang="fr-FR" sz="4000" dirty="0"/>
              <a:t>e projet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de-DE" dirty="0" err="1"/>
              <a:t>Projet</a:t>
            </a:r>
            <a:r>
              <a:rPr lang="de-DE" dirty="0"/>
              <a:t> Info EI2I3 – 3/3/2017</a:t>
            </a:r>
          </a:p>
        </p:txBody>
      </p:sp>
    </p:spTree>
    <p:extLst>
      <p:ext uri="{BB962C8B-B14F-4D97-AF65-F5344CB8AC3E}">
        <p14:creationId xmlns:p14="http://schemas.microsoft.com/office/powerpoint/2010/main" val="2575642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69102"/>
          <a:ext cx="10515600" cy="2428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180366" y="532512"/>
            <a:ext cx="3472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COMPILATEUR</a:t>
            </a:r>
            <a:endParaRPr lang="fr-FR" dirty="0"/>
          </a:p>
        </p:txBody>
      </p:sp>
      <p:sp>
        <p:nvSpPr>
          <p:cNvPr id="8" name="TextBox 7"/>
          <p:cNvSpPr txBox="1"/>
          <p:nvPr/>
        </p:nvSpPr>
        <p:spPr>
          <a:xfrm>
            <a:off x="7564461" y="532512"/>
            <a:ext cx="3472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ASSEMBLEUR</a:t>
            </a:r>
            <a:endParaRPr lang="fr-FR" dirty="0"/>
          </a:p>
        </p:txBody>
      </p:sp>
      <p:pic>
        <p:nvPicPr>
          <p:cNvPr id="3" name="Graphic 2" descr="Gears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27120" y="926063"/>
            <a:ext cx="914400" cy="914400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4541520" y="929378"/>
            <a:ext cx="535544" cy="914403"/>
            <a:chOff x="2168606" y="756959"/>
            <a:chExt cx="535544" cy="914403"/>
          </a:xfrm>
        </p:grpSpPr>
        <p:sp>
          <p:nvSpPr>
            <p:cNvPr id="13" name="Arrow: Right 12"/>
            <p:cNvSpPr/>
            <p:nvPr/>
          </p:nvSpPr>
          <p:spPr>
            <a:xfrm>
              <a:off x="2168606" y="756959"/>
              <a:ext cx="535544" cy="914403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Arrow: Right 4"/>
            <p:cNvSpPr txBox="1"/>
            <p:nvPr/>
          </p:nvSpPr>
          <p:spPr>
            <a:xfrm>
              <a:off x="2168606" y="939840"/>
              <a:ext cx="374881" cy="5486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400" kern="120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8764952" y="929378"/>
            <a:ext cx="535544" cy="914403"/>
            <a:chOff x="6392038" y="756959"/>
            <a:chExt cx="535544" cy="914403"/>
          </a:xfrm>
        </p:grpSpPr>
        <p:sp>
          <p:nvSpPr>
            <p:cNvPr id="11" name="Arrow: Right 10"/>
            <p:cNvSpPr/>
            <p:nvPr/>
          </p:nvSpPr>
          <p:spPr>
            <a:xfrm>
              <a:off x="6392038" y="756959"/>
              <a:ext cx="535544" cy="914403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Arrow: Right 6"/>
            <p:cNvSpPr txBox="1"/>
            <p:nvPr/>
          </p:nvSpPr>
          <p:spPr>
            <a:xfrm>
              <a:off x="6392038" y="939840"/>
              <a:ext cx="374881" cy="5486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400" kern="1200"/>
            </a:p>
          </p:txBody>
        </p:sp>
      </p:grpSp>
      <p:pic>
        <p:nvPicPr>
          <p:cNvPr id="15" name="Graphic 14" descr="Gears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2208" y="9260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357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9758" y="2921674"/>
            <a:ext cx="585746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active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step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e0(led0=0)</a:t>
            </a:r>
          </a:p>
          <a:p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step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e1(led0=0)</a:t>
            </a:r>
          </a:p>
          <a:p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step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e2(led0=0)</a:t>
            </a:r>
          </a:p>
          <a:p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step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e3(led0=1)</a:t>
            </a:r>
          </a:p>
          <a:p>
            <a:endParaRPr lang="de-DE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transition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t0({e0},{e1},but0'rise.(ana0&lt;128))</a:t>
            </a:r>
          </a:p>
          <a:p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transition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t1({e1},{e2},but0'rise.(ana0&gt;128))</a:t>
            </a:r>
          </a:p>
          <a:p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transition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t2({e2},{e3},but0'rise.(ana0&lt;128))</a:t>
            </a:r>
          </a:p>
          <a:p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transition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t3({e3},{e0},but1'rise)</a:t>
            </a:r>
            <a:endParaRPr lang="de-DE" sz="1400" dirty="0"/>
          </a:p>
        </p:txBody>
      </p:sp>
      <p:sp>
        <p:nvSpPr>
          <p:cNvPr id="6" name="Rectangle 5"/>
          <p:cNvSpPr/>
          <p:nvPr/>
        </p:nvSpPr>
        <p:spPr>
          <a:xfrm>
            <a:off x="4651513" y="2921674"/>
            <a:ext cx="396239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#franchissement de la transition t0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push	14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eq</a:t>
            </a:r>
            <a:endParaRPr lang="de-DE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push	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push	6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128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ls</a:t>
            </a:r>
            <a:endParaRPr lang="de-DE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and</a:t>
            </a:r>
            <a:endParaRPr lang="de-DE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and</a:t>
            </a:r>
            <a:endParaRPr lang="de-DE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jf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next0000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pop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23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pop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26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next0000: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..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endParaRPr lang="de-DE" sz="1400" dirty="0"/>
          </a:p>
        </p:txBody>
      </p:sp>
      <p:sp>
        <p:nvSpPr>
          <p:cNvPr id="7" name="Rectangle 6"/>
          <p:cNvSpPr/>
          <p:nvPr/>
        </p:nvSpPr>
        <p:spPr>
          <a:xfrm>
            <a:off x="9766853" y="2921674"/>
            <a:ext cx="135172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269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0:101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1:0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2:102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3:13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4:101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5:0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6:102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7:22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8:101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9:0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10:102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11:26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..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</a:p>
          <a:p>
            <a:endParaRPr lang="de-DE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graphicFrame>
        <p:nvGraphicFramePr>
          <p:cNvPr id="19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9194643"/>
              </p:ext>
            </p:extLst>
          </p:nvPr>
        </p:nvGraphicFramePr>
        <p:xfrm>
          <a:off x="838200" y="169102"/>
          <a:ext cx="10515600" cy="2428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180366" y="532512"/>
            <a:ext cx="3472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COMPILATEUR</a:t>
            </a:r>
            <a:endParaRPr lang="fr-FR" dirty="0"/>
          </a:p>
        </p:txBody>
      </p:sp>
      <p:sp>
        <p:nvSpPr>
          <p:cNvPr id="21" name="TextBox 20"/>
          <p:cNvSpPr txBox="1"/>
          <p:nvPr/>
        </p:nvSpPr>
        <p:spPr>
          <a:xfrm>
            <a:off x="7564461" y="532512"/>
            <a:ext cx="3472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ASSEMBLEUR</a:t>
            </a:r>
            <a:endParaRPr lang="fr-FR" dirty="0"/>
          </a:p>
        </p:txBody>
      </p:sp>
      <p:pic>
        <p:nvPicPr>
          <p:cNvPr id="22" name="Graphic 21" descr="Gears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27120" y="926063"/>
            <a:ext cx="914400" cy="914400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4541520" y="929378"/>
            <a:ext cx="535544" cy="914403"/>
            <a:chOff x="2168606" y="756959"/>
            <a:chExt cx="535544" cy="914403"/>
          </a:xfrm>
        </p:grpSpPr>
        <p:sp>
          <p:nvSpPr>
            <p:cNvPr id="24" name="Arrow: Right 23"/>
            <p:cNvSpPr/>
            <p:nvPr/>
          </p:nvSpPr>
          <p:spPr>
            <a:xfrm>
              <a:off x="2168606" y="756959"/>
              <a:ext cx="535544" cy="914403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Arrow: Right 4"/>
            <p:cNvSpPr txBox="1"/>
            <p:nvPr/>
          </p:nvSpPr>
          <p:spPr>
            <a:xfrm>
              <a:off x="2168606" y="939840"/>
              <a:ext cx="374881" cy="5486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400" kern="120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8764952" y="929378"/>
            <a:ext cx="535544" cy="914403"/>
            <a:chOff x="6392038" y="756959"/>
            <a:chExt cx="535544" cy="914403"/>
          </a:xfrm>
        </p:grpSpPr>
        <p:sp>
          <p:nvSpPr>
            <p:cNvPr id="27" name="Arrow: Right 26"/>
            <p:cNvSpPr/>
            <p:nvPr/>
          </p:nvSpPr>
          <p:spPr>
            <a:xfrm>
              <a:off x="6392038" y="756959"/>
              <a:ext cx="535544" cy="914403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Arrow: Right 6"/>
            <p:cNvSpPr txBox="1"/>
            <p:nvPr/>
          </p:nvSpPr>
          <p:spPr>
            <a:xfrm>
              <a:off x="6392038" y="939840"/>
              <a:ext cx="374881" cy="5486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400" kern="1200"/>
            </a:p>
          </p:txBody>
        </p:sp>
      </p:grpSp>
      <p:pic>
        <p:nvPicPr>
          <p:cNvPr id="29" name="Graphic 28" descr="Gears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2208" y="9260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521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Compilateur</a:t>
            </a:r>
            <a:endParaRPr lang="de-DE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589678"/>
              </p:ext>
            </p:extLst>
          </p:nvPr>
        </p:nvGraphicFramePr>
        <p:xfrm>
          <a:off x="2449537" y="1690688"/>
          <a:ext cx="7292926" cy="17897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205046" y="3651861"/>
            <a:ext cx="580995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Compilateur: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sz="2400" dirty="0"/>
              <a:t>Interprétation du grafcet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Analyse lexical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400" dirty="0" err="1"/>
              <a:t>Lex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Analyse syntaxique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400" dirty="0"/>
              <a:t>Bison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Construction et exploitation d’un arbre syntaxique (AST)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4823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Exemple</a:t>
            </a:r>
            <a:r>
              <a:rPr lang="de-DE" dirty="0"/>
              <a:t> de </a:t>
            </a:r>
            <a:r>
              <a:rPr lang="de-DE" dirty="0" err="1"/>
              <a:t>compilation</a:t>
            </a:r>
            <a:r>
              <a:rPr lang="de-DE" dirty="0"/>
              <a:t> C </a:t>
            </a:r>
            <a:r>
              <a:rPr lang="de-DE" dirty="0" err="1"/>
              <a:t>vers</a:t>
            </a:r>
            <a:r>
              <a:rPr lang="de-DE" dirty="0"/>
              <a:t> ASM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296" y="2020526"/>
            <a:ext cx="71694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// Franchissement de la condition t0</a:t>
            </a:r>
            <a:endParaRPr lang="en-US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==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&amp;&amp;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risebut0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==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&amp;&amp; 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an0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&lt;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128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)))</a:t>
            </a:r>
            <a:r>
              <a:rPr lang="fr-F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fr-FR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appel_e1</a:t>
            </a:r>
            <a:r>
              <a:rPr lang="fr-F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fr-FR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fr-F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reponse_e0</a:t>
            </a:r>
            <a:r>
              <a:rPr lang="fr-F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fr-FR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fr-F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fr-FR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09973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Exemple</a:t>
            </a:r>
            <a:r>
              <a:rPr lang="de-DE" dirty="0"/>
              <a:t> de </a:t>
            </a:r>
            <a:r>
              <a:rPr lang="de-DE" dirty="0" err="1"/>
              <a:t>compilation</a:t>
            </a:r>
            <a:r>
              <a:rPr lang="de-DE" dirty="0"/>
              <a:t> C </a:t>
            </a:r>
            <a:r>
              <a:rPr lang="de-DE" dirty="0" err="1"/>
              <a:t>vers</a:t>
            </a:r>
            <a:r>
              <a:rPr lang="de-DE" dirty="0"/>
              <a:t> ASM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938052" y="1384422"/>
            <a:ext cx="3962399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# 001 : but0'rise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# 006 : an0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# 014 : e0</a:t>
            </a:r>
          </a:p>
          <a:p>
            <a:r>
              <a:rPr lang="fr-F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# 023 : appel_e1</a:t>
            </a:r>
          </a:p>
          <a:p>
            <a:r>
              <a:rPr lang="fr-F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# 026 : reponse_e0</a:t>
            </a:r>
          </a:p>
          <a:p>
            <a:r>
              <a:rPr lang="fr-F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#franchissement de la transition t0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push	14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eq</a:t>
            </a:r>
            <a:endParaRPr lang="de-DE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push	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eq</a:t>
            </a:r>
            <a:endParaRPr lang="de-DE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push	6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128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ls</a:t>
            </a:r>
            <a:endParaRPr lang="de-DE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and</a:t>
            </a:r>
            <a:endParaRPr lang="de-DE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and</a:t>
            </a:r>
            <a:endParaRPr lang="de-DE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jf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next0000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pop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23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pop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26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next0000: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..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endParaRPr lang="de-DE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278296" y="2020526"/>
            <a:ext cx="71694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// Franchissement de la condition t0</a:t>
            </a:r>
            <a:endParaRPr lang="en-US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==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&amp;&amp;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risebut0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==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&amp;&amp; 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an0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&lt;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128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)))</a:t>
            </a:r>
            <a:r>
              <a:rPr lang="fr-F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fr-FR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appel_e1</a:t>
            </a:r>
            <a:r>
              <a:rPr lang="fr-F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fr-FR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fr-F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reponse_e0</a:t>
            </a:r>
            <a:r>
              <a:rPr lang="fr-F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fr-FR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fr-F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fr-FR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fr-FR" dirty="0"/>
          </a:p>
        </p:txBody>
      </p:sp>
      <p:grpSp>
        <p:nvGrpSpPr>
          <p:cNvPr id="8" name="Group 7"/>
          <p:cNvGrpSpPr/>
          <p:nvPr/>
        </p:nvGrpSpPr>
        <p:grpSpPr>
          <a:xfrm>
            <a:off x="6939837" y="2257215"/>
            <a:ext cx="644710" cy="753307"/>
            <a:chOff x="3341643" y="518232"/>
            <a:chExt cx="644710" cy="753307"/>
          </a:xfrm>
        </p:grpSpPr>
        <p:sp>
          <p:nvSpPr>
            <p:cNvPr id="9" name="Arrow: Right 8"/>
            <p:cNvSpPr/>
            <p:nvPr/>
          </p:nvSpPr>
          <p:spPr>
            <a:xfrm>
              <a:off x="3341643" y="518232"/>
              <a:ext cx="644710" cy="75330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Arrow: Right 4"/>
            <p:cNvSpPr txBox="1"/>
            <p:nvPr/>
          </p:nvSpPr>
          <p:spPr>
            <a:xfrm>
              <a:off x="3341643" y="668893"/>
              <a:ext cx="451297" cy="45198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32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19124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Construction</a:t>
            </a:r>
            <a:r>
              <a:rPr lang="de-DE" dirty="0"/>
              <a:t> du </a:t>
            </a:r>
            <a:r>
              <a:rPr lang="de-DE" dirty="0" err="1"/>
              <a:t>compilateur</a:t>
            </a:r>
            <a:r>
              <a:rPr lang="de-DE" dirty="0"/>
              <a:t> </a:t>
            </a:r>
            <a:r>
              <a:rPr lang="de-DE" dirty="0" err="1"/>
              <a:t>grafcet.out</a:t>
            </a:r>
            <a:endParaRPr lang="de-DE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9431903"/>
              </p:ext>
            </p:extLst>
          </p:nvPr>
        </p:nvGraphicFramePr>
        <p:xfrm>
          <a:off x="106017" y="1690689"/>
          <a:ext cx="11979966" cy="28813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2557669" y="4685414"/>
            <a:ext cx="7076662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800" dirty="0" err="1"/>
              <a:t>Utilisation</a:t>
            </a:r>
            <a:r>
              <a:rPr lang="de-DE" sz="2800" dirty="0"/>
              <a:t> en </a:t>
            </a:r>
            <a:r>
              <a:rPr lang="de-DE" sz="2800" dirty="0" err="1"/>
              <a:t>console</a:t>
            </a:r>
            <a:endParaRPr lang="de-DE" sz="2800" dirty="0"/>
          </a:p>
          <a:p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</a:rPr>
              <a:t>remi@VirtualBox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</a:rPr>
              <a:t>:~/$./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</a:rPr>
              <a:t>grafcet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</a:rPr>
              <a:t> 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</a:rPr>
              <a:t>safe.grafcet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</a:rPr>
              <a:t> safe.asm </a:t>
            </a:r>
            <a:endParaRPr lang="fr-FR" dirty="0">
              <a:solidFill>
                <a:srgbClr val="8000FF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568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Assembleur</a:t>
            </a:r>
            <a:endParaRPr lang="de-DE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2449537" y="1690688"/>
          <a:ext cx="7292926" cy="17897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205046" y="3651861"/>
            <a:ext cx="698695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Assembleur:</a:t>
            </a:r>
          </a:p>
          <a:p>
            <a:r>
              <a:rPr lang="de-DE" sz="2400" dirty="0"/>
              <a:t>1ere </a:t>
            </a:r>
            <a:r>
              <a:rPr lang="de-DE" sz="2400" dirty="0" err="1"/>
              <a:t>phase</a:t>
            </a:r>
            <a:r>
              <a:rPr lang="de-DE" sz="2400" dirty="0"/>
              <a:t> </a:t>
            </a:r>
            <a:r>
              <a:rPr lang="de-DE" sz="2400" dirty="0" err="1"/>
              <a:t>d‘assemblage</a:t>
            </a:r>
            <a:r>
              <a:rPr lang="de-DE" sz="2400" dirty="0"/>
              <a:t>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/>
              <a:t>Génère</a:t>
            </a:r>
            <a:r>
              <a:rPr lang="de-DE" sz="2400" dirty="0"/>
              <a:t> </a:t>
            </a:r>
            <a:r>
              <a:rPr lang="de-DE" sz="2400" dirty="0" err="1"/>
              <a:t>un</a:t>
            </a:r>
            <a:r>
              <a:rPr lang="de-DE" sz="2400" dirty="0"/>
              <a:t> </a:t>
            </a:r>
            <a:r>
              <a:rPr lang="de-DE" sz="2400" dirty="0" err="1"/>
              <a:t>tableau</a:t>
            </a:r>
            <a:r>
              <a:rPr lang="de-DE" sz="2400" dirty="0"/>
              <a:t> de OP_CODE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400" dirty="0"/>
              <a:t>Analyse et </a:t>
            </a:r>
            <a:r>
              <a:rPr lang="de-DE" sz="2400" dirty="0" err="1"/>
              <a:t>décode</a:t>
            </a:r>
            <a:r>
              <a:rPr lang="de-DE" sz="2400" dirty="0"/>
              <a:t> les </a:t>
            </a:r>
            <a:r>
              <a:rPr lang="de-DE" sz="2400" dirty="0" err="1"/>
              <a:t>intstructions</a:t>
            </a:r>
            <a:r>
              <a:rPr lang="de-DE" sz="2400" dirty="0"/>
              <a:t> (</a:t>
            </a:r>
            <a:r>
              <a:rPr lang="de-DE" sz="2400" dirty="0" err="1"/>
              <a:t>parseur</a:t>
            </a:r>
            <a:r>
              <a:rPr lang="de-DE" sz="24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400" dirty="0" err="1"/>
              <a:t>Construit</a:t>
            </a:r>
            <a:r>
              <a:rPr lang="de-DE" sz="2400" dirty="0"/>
              <a:t> la liste des </a:t>
            </a:r>
            <a:r>
              <a:rPr lang="de-DE" sz="2400" dirty="0" err="1"/>
              <a:t>références</a:t>
            </a:r>
            <a:r>
              <a:rPr lang="de-DE" sz="2400" dirty="0"/>
              <a:t> </a:t>
            </a:r>
            <a:r>
              <a:rPr lang="de-DE" sz="2400" dirty="0" err="1"/>
              <a:t>indéfinies</a:t>
            </a:r>
            <a:endParaRPr lang="de-DE" sz="2400" dirty="0"/>
          </a:p>
          <a:p>
            <a:r>
              <a:rPr lang="de-DE" sz="2400" dirty="0"/>
              <a:t>2eme </a:t>
            </a:r>
            <a:r>
              <a:rPr lang="de-DE" sz="2400" dirty="0" err="1"/>
              <a:t>phase</a:t>
            </a:r>
            <a:r>
              <a:rPr lang="de-DE" sz="2400" dirty="0"/>
              <a:t> </a:t>
            </a:r>
            <a:r>
              <a:rPr lang="de-DE" sz="2400" dirty="0" err="1"/>
              <a:t>d‘assemblage</a:t>
            </a:r>
            <a:r>
              <a:rPr lang="de-DE" sz="2400" dirty="0"/>
              <a:t>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/>
              <a:t>Complète</a:t>
            </a:r>
            <a:r>
              <a:rPr lang="de-DE" sz="2400" dirty="0"/>
              <a:t> le </a:t>
            </a:r>
            <a:r>
              <a:rPr lang="de-DE" sz="2400" dirty="0" err="1"/>
              <a:t>tableau</a:t>
            </a:r>
            <a:r>
              <a:rPr lang="de-DE" sz="2400" dirty="0"/>
              <a:t> de OP_CODE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400" dirty="0" err="1"/>
              <a:t>Résoud</a:t>
            </a:r>
            <a:r>
              <a:rPr lang="de-DE" sz="2400" dirty="0"/>
              <a:t> les </a:t>
            </a:r>
            <a:r>
              <a:rPr lang="de-DE" sz="2400" dirty="0" err="1"/>
              <a:t>références</a:t>
            </a:r>
            <a:r>
              <a:rPr lang="de-DE" sz="2400" dirty="0"/>
              <a:t> </a:t>
            </a:r>
            <a:r>
              <a:rPr lang="de-DE" sz="2400" dirty="0" err="1"/>
              <a:t>indéfinies</a:t>
            </a:r>
            <a:endParaRPr lang="de-DE" sz="2400" dirty="0"/>
          </a:p>
          <a:p>
            <a:endParaRPr lang="de-DE" sz="2400" dirty="0"/>
          </a:p>
          <a:p>
            <a:endParaRPr lang="de-DE" sz="2400" dirty="0"/>
          </a:p>
          <a:p>
            <a:pPr marL="342900" indent="-342900">
              <a:buFont typeface="+mj-lt"/>
              <a:buAutoNum type="arabicPeriod"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6735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Assembleur</a:t>
            </a:r>
            <a:endParaRPr lang="de-DE" dirty="0"/>
          </a:p>
        </p:txBody>
      </p:sp>
      <p:sp>
        <p:nvSpPr>
          <p:cNvPr id="6" name="Rectangle 5"/>
          <p:cNvSpPr/>
          <p:nvPr/>
        </p:nvSpPr>
        <p:spPr>
          <a:xfrm>
            <a:off x="304801" y="2591837"/>
            <a:ext cx="2968487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# 0 : a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# 1 : b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0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push	0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eq</a:t>
            </a:r>
            <a:endParaRPr lang="de-DE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FF0000"/>
                </a:solidFill>
                <a:latin typeface="Courier New" panose="02070309020205020404" pitchFamily="49" charset="0"/>
              </a:rPr>
              <a:t>jf</a:t>
            </a:r>
            <a:r>
              <a:rPr lang="de-DE" sz="1400" dirty="0">
                <a:solidFill>
                  <a:srgbClr val="FF0000"/>
                </a:solidFill>
                <a:latin typeface="Courier New" panose="02070309020205020404" pitchFamily="49" charset="0"/>
              </a:rPr>
              <a:t>	toto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pop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FF0000"/>
                </a:solidFill>
                <a:latin typeface="Courier New" panose="02070309020205020404" pitchFamily="49" charset="0"/>
              </a:rPr>
              <a:t>jp</a:t>
            </a:r>
            <a:r>
              <a:rPr lang="de-DE" sz="1400" dirty="0">
                <a:solidFill>
                  <a:srgbClr val="FF0000"/>
                </a:solidFill>
                <a:latin typeface="Courier New" panose="02070309020205020404" pitchFamily="49" charset="0"/>
              </a:rPr>
              <a:t>   	toto1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Toto: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2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pop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Toto1: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..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2526831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Assembleur</a:t>
            </a:r>
            <a:endParaRPr lang="de-DE" dirty="0"/>
          </a:p>
        </p:txBody>
      </p:sp>
      <p:sp>
        <p:nvSpPr>
          <p:cNvPr id="6" name="Rectangle 5"/>
          <p:cNvSpPr/>
          <p:nvPr/>
        </p:nvSpPr>
        <p:spPr>
          <a:xfrm>
            <a:off x="304801" y="2591837"/>
            <a:ext cx="2968487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# 0 : a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# 1 : b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0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push	0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eq</a:t>
            </a:r>
            <a:endParaRPr lang="de-DE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FF0000"/>
                </a:solidFill>
                <a:latin typeface="Courier New" panose="02070309020205020404" pitchFamily="49" charset="0"/>
              </a:rPr>
              <a:t>jf</a:t>
            </a:r>
            <a:r>
              <a:rPr lang="de-DE" sz="1400" dirty="0">
                <a:solidFill>
                  <a:srgbClr val="FF0000"/>
                </a:solidFill>
                <a:latin typeface="Courier New" panose="02070309020205020404" pitchFamily="49" charset="0"/>
              </a:rPr>
              <a:t>	toto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pop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FF0000"/>
                </a:solidFill>
                <a:latin typeface="Courier New" panose="02070309020205020404" pitchFamily="49" charset="0"/>
              </a:rPr>
              <a:t>jp</a:t>
            </a:r>
            <a:r>
              <a:rPr lang="de-DE" sz="1400" dirty="0">
                <a:solidFill>
                  <a:srgbClr val="FF0000"/>
                </a:solidFill>
                <a:latin typeface="Courier New" panose="02070309020205020404" pitchFamily="49" charset="0"/>
              </a:rPr>
              <a:t>   	toto1</a:t>
            </a:r>
          </a:p>
          <a:p>
            <a:r>
              <a:rPr lang="de-DE" sz="1400" dirty="0">
                <a:solidFill>
                  <a:schemeClr val="accent1"/>
                </a:solidFill>
                <a:latin typeface="Courier New" panose="02070309020205020404" pitchFamily="49" charset="0"/>
              </a:rPr>
              <a:t>Toto: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2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pop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1</a:t>
            </a:r>
          </a:p>
          <a:p>
            <a:r>
              <a:rPr lang="de-DE" sz="1400" dirty="0">
                <a:solidFill>
                  <a:schemeClr val="accent1"/>
                </a:solidFill>
                <a:latin typeface="Courier New" panose="02070309020205020404" pitchFamily="49" charset="0"/>
              </a:rPr>
              <a:t>Toto1: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..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endParaRPr lang="de-DE" sz="1400" dirty="0"/>
          </a:p>
        </p:txBody>
      </p:sp>
      <p:sp>
        <p:nvSpPr>
          <p:cNvPr id="4" name="Rectangle 3"/>
          <p:cNvSpPr/>
          <p:nvPr/>
        </p:nvSpPr>
        <p:spPr>
          <a:xfrm>
            <a:off x="3650974" y="2591837"/>
            <a:ext cx="2968487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400" dirty="0"/>
              <a:t>0:100</a:t>
            </a:r>
          </a:p>
          <a:p>
            <a:r>
              <a:rPr lang="de-DE" sz="1400" dirty="0"/>
              <a:t>1:0</a:t>
            </a:r>
          </a:p>
          <a:p>
            <a:r>
              <a:rPr lang="de-DE" sz="1400" dirty="0"/>
              <a:t>1:101</a:t>
            </a:r>
          </a:p>
          <a:p>
            <a:r>
              <a:rPr lang="de-DE" sz="1400" dirty="0"/>
              <a:t>3:0</a:t>
            </a:r>
          </a:p>
          <a:p>
            <a:r>
              <a:rPr lang="de-DE" sz="1400" dirty="0"/>
              <a:t>4:12</a:t>
            </a:r>
          </a:p>
          <a:p>
            <a:r>
              <a:rPr lang="de-DE" sz="1400" dirty="0"/>
              <a:t>5:200</a:t>
            </a:r>
          </a:p>
          <a:p>
            <a:r>
              <a:rPr lang="de-DE" sz="1400" dirty="0">
                <a:solidFill>
                  <a:srgbClr val="FF0000"/>
                </a:solidFill>
              </a:rPr>
              <a:t>6:-1</a:t>
            </a:r>
          </a:p>
          <a:p>
            <a:r>
              <a:rPr lang="de-DE" sz="1400" dirty="0"/>
              <a:t>7:100</a:t>
            </a:r>
          </a:p>
          <a:p>
            <a:r>
              <a:rPr lang="de-DE" sz="1400" dirty="0"/>
              <a:t>8:1</a:t>
            </a:r>
          </a:p>
          <a:p>
            <a:r>
              <a:rPr lang="de-DE" sz="1400" dirty="0"/>
              <a:t>9:102</a:t>
            </a:r>
          </a:p>
          <a:p>
            <a:r>
              <a:rPr lang="de-DE" sz="1400" dirty="0"/>
              <a:t>10:1</a:t>
            </a:r>
          </a:p>
          <a:p>
            <a:r>
              <a:rPr lang="de-DE" sz="1400" dirty="0"/>
              <a:t>11:201</a:t>
            </a:r>
          </a:p>
          <a:p>
            <a:r>
              <a:rPr lang="de-DE" sz="1400" dirty="0">
                <a:solidFill>
                  <a:srgbClr val="FF0000"/>
                </a:solidFill>
              </a:rPr>
              <a:t>12:-1</a:t>
            </a:r>
          </a:p>
          <a:p>
            <a:r>
              <a:rPr lang="de-DE" sz="1400" dirty="0">
                <a:solidFill>
                  <a:schemeClr val="accent1"/>
                </a:solidFill>
              </a:rPr>
              <a:t>13:</a:t>
            </a:r>
            <a:r>
              <a:rPr lang="de-DE" sz="1400" dirty="0"/>
              <a:t>100</a:t>
            </a:r>
          </a:p>
          <a:p>
            <a:r>
              <a:rPr lang="de-DE" sz="1400" dirty="0"/>
              <a:t>14:2</a:t>
            </a:r>
          </a:p>
          <a:p>
            <a:r>
              <a:rPr lang="de-DE" sz="1400" dirty="0"/>
              <a:t>15:102</a:t>
            </a:r>
          </a:p>
          <a:p>
            <a:r>
              <a:rPr lang="de-DE" sz="1400" dirty="0"/>
              <a:t>16:1</a:t>
            </a:r>
          </a:p>
          <a:p>
            <a:r>
              <a:rPr lang="de-DE" sz="1400" dirty="0">
                <a:solidFill>
                  <a:schemeClr val="accent1"/>
                </a:solidFill>
              </a:rPr>
              <a:t>17</a:t>
            </a:r>
            <a:r>
              <a:rPr lang="de-DE" sz="1400" dirty="0"/>
              <a:t>:….</a:t>
            </a:r>
          </a:p>
          <a:p>
            <a:endParaRPr lang="de-DE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3650974" y="1417983"/>
            <a:ext cx="29684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1ere </a:t>
            </a:r>
            <a:r>
              <a:rPr lang="de-DE" sz="3200" dirty="0" err="1"/>
              <a:t>phase</a:t>
            </a:r>
            <a:endParaRPr lang="fr-FR" sz="3200" dirty="0"/>
          </a:p>
        </p:txBody>
      </p:sp>
      <p:grpSp>
        <p:nvGrpSpPr>
          <p:cNvPr id="9" name="Group 8"/>
          <p:cNvGrpSpPr/>
          <p:nvPr/>
        </p:nvGrpSpPr>
        <p:grpSpPr>
          <a:xfrm>
            <a:off x="2950933" y="3877176"/>
            <a:ext cx="644710" cy="753307"/>
            <a:chOff x="3341643" y="518232"/>
            <a:chExt cx="644710" cy="753307"/>
          </a:xfrm>
        </p:grpSpPr>
        <p:sp>
          <p:nvSpPr>
            <p:cNvPr id="10" name="Arrow: Right 9"/>
            <p:cNvSpPr/>
            <p:nvPr/>
          </p:nvSpPr>
          <p:spPr>
            <a:xfrm>
              <a:off x="3341643" y="518232"/>
              <a:ext cx="644710" cy="75330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Arrow: Right 4"/>
            <p:cNvSpPr txBox="1"/>
            <p:nvPr/>
          </p:nvSpPr>
          <p:spPr>
            <a:xfrm>
              <a:off x="3341643" y="668893"/>
              <a:ext cx="451297" cy="45198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3200" kern="120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687955" y="3607500"/>
            <a:ext cx="308113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Référence</a:t>
            </a:r>
            <a:r>
              <a:rPr lang="de-DE" b="1" dirty="0"/>
              <a:t> non </a:t>
            </a:r>
            <a:r>
              <a:rPr lang="de-DE" b="1" dirty="0" err="1"/>
              <a:t>résolu</a:t>
            </a:r>
            <a:r>
              <a:rPr lang="de-DE" b="1" dirty="0"/>
              <a:t>:</a:t>
            </a:r>
          </a:p>
          <a:p>
            <a:r>
              <a:rPr lang="de-DE" dirty="0" err="1"/>
              <a:t>Référence</a:t>
            </a:r>
            <a:r>
              <a:rPr lang="de-DE" dirty="0"/>
              <a:t> à </a:t>
            </a:r>
            <a:r>
              <a:rPr lang="de-DE" dirty="0">
                <a:solidFill>
                  <a:srgbClr val="FF0000"/>
                </a:solidFill>
              </a:rPr>
              <a:t>Toto</a:t>
            </a:r>
            <a:r>
              <a:rPr lang="de-DE" dirty="0"/>
              <a:t> à </a:t>
            </a:r>
            <a:r>
              <a:rPr lang="de-DE" dirty="0" err="1"/>
              <a:t>l‘index</a:t>
            </a:r>
            <a:r>
              <a:rPr lang="de-DE" dirty="0"/>
              <a:t> 6</a:t>
            </a:r>
          </a:p>
          <a:p>
            <a:r>
              <a:rPr lang="de-DE" dirty="0" err="1"/>
              <a:t>Référence</a:t>
            </a:r>
            <a:r>
              <a:rPr lang="de-DE" dirty="0"/>
              <a:t> à </a:t>
            </a:r>
            <a:r>
              <a:rPr lang="de-DE" dirty="0">
                <a:solidFill>
                  <a:srgbClr val="FF0000"/>
                </a:solidFill>
              </a:rPr>
              <a:t>Toto1</a:t>
            </a:r>
            <a:r>
              <a:rPr lang="de-DE" dirty="0"/>
              <a:t> à </a:t>
            </a:r>
            <a:r>
              <a:rPr lang="de-DE" dirty="0" err="1"/>
              <a:t>l‘index</a:t>
            </a:r>
            <a:r>
              <a:rPr lang="de-DE" dirty="0"/>
              <a:t> 12</a:t>
            </a:r>
          </a:p>
          <a:p>
            <a:endParaRPr lang="de-DE" b="1" dirty="0"/>
          </a:p>
          <a:p>
            <a:r>
              <a:rPr lang="de-DE" b="1" dirty="0" err="1"/>
              <a:t>Etiquette</a:t>
            </a:r>
            <a:r>
              <a:rPr lang="de-DE" dirty="0"/>
              <a:t>:</a:t>
            </a:r>
          </a:p>
          <a:p>
            <a:r>
              <a:rPr lang="de-DE" dirty="0" err="1"/>
              <a:t>Etiquette</a:t>
            </a:r>
            <a:r>
              <a:rPr lang="de-DE" dirty="0"/>
              <a:t> </a:t>
            </a:r>
            <a:r>
              <a:rPr lang="de-DE" dirty="0">
                <a:solidFill>
                  <a:schemeClr val="accent1"/>
                </a:solidFill>
              </a:rPr>
              <a:t>Toto</a:t>
            </a:r>
            <a:r>
              <a:rPr lang="de-DE" dirty="0"/>
              <a:t> à </a:t>
            </a:r>
            <a:r>
              <a:rPr lang="de-DE" dirty="0" err="1"/>
              <a:t>l‘index</a:t>
            </a:r>
            <a:r>
              <a:rPr lang="de-DE" dirty="0"/>
              <a:t>  13</a:t>
            </a:r>
          </a:p>
          <a:p>
            <a:r>
              <a:rPr lang="de-DE" dirty="0" err="1"/>
              <a:t>Etiquette</a:t>
            </a:r>
            <a:r>
              <a:rPr lang="de-DE" dirty="0"/>
              <a:t> </a:t>
            </a:r>
            <a:r>
              <a:rPr lang="de-DE" dirty="0">
                <a:solidFill>
                  <a:schemeClr val="accent1"/>
                </a:solidFill>
              </a:rPr>
              <a:t>Toto1</a:t>
            </a:r>
            <a:r>
              <a:rPr lang="de-DE" dirty="0"/>
              <a:t> à </a:t>
            </a:r>
            <a:r>
              <a:rPr lang="de-DE" dirty="0" err="1"/>
              <a:t>l‘index</a:t>
            </a:r>
            <a:r>
              <a:rPr lang="de-DE" dirty="0"/>
              <a:t> 17</a:t>
            </a:r>
          </a:p>
          <a:p>
            <a:endParaRPr lang="de-DE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4557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Assembleur</a:t>
            </a:r>
            <a:endParaRPr lang="de-DE" dirty="0"/>
          </a:p>
        </p:txBody>
      </p:sp>
      <p:sp>
        <p:nvSpPr>
          <p:cNvPr id="7" name="Rectangle 6"/>
          <p:cNvSpPr/>
          <p:nvPr/>
        </p:nvSpPr>
        <p:spPr>
          <a:xfrm>
            <a:off x="8918712" y="2591836"/>
            <a:ext cx="2968487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400" dirty="0"/>
              <a:t>0:100</a:t>
            </a:r>
          </a:p>
          <a:p>
            <a:r>
              <a:rPr lang="de-DE" sz="1400" dirty="0"/>
              <a:t>1:0</a:t>
            </a:r>
          </a:p>
          <a:p>
            <a:r>
              <a:rPr lang="de-DE" sz="1400" dirty="0"/>
              <a:t>1:101</a:t>
            </a:r>
          </a:p>
          <a:p>
            <a:r>
              <a:rPr lang="de-DE" sz="1400" dirty="0"/>
              <a:t>3:0</a:t>
            </a:r>
          </a:p>
          <a:p>
            <a:r>
              <a:rPr lang="de-DE" sz="1400" dirty="0"/>
              <a:t>4:12</a:t>
            </a:r>
          </a:p>
          <a:p>
            <a:r>
              <a:rPr lang="de-DE" sz="1400" dirty="0"/>
              <a:t>5:200</a:t>
            </a:r>
          </a:p>
          <a:p>
            <a:r>
              <a:rPr lang="de-DE" sz="1400" dirty="0">
                <a:solidFill>
                  <a:srgbClr val="FF0000"/>
                </a:solidFill>
              </a:rPr>
              <a:t>6:</a:t>
            </a:r>
            <a:r>
              <a:rPr lang="de-DE" sz="1400" dirty="0">
                <a:solidFill>
                  <a:schemeClr val="accent1"/>
                </a:solidFill>
              </a:rPr>
              <a:t>13</a:t>
            </a:r>
          </a:p>
          <a:p>
            <a:r>
              <a:rPr lang="de-DE" sz="1400" dirty="0"/>
              <a:t>7:100</a:t>
            </a:r>
          </a:p>
          <a:p>
            <a:r>
              <a:rPr lang="de-DE" sz="1400" dirty="0"/>
              <a:t>8:1</a:t>
            </a:r>
          </a:p>
          <a:p>
            <a:r>
              <a:rPr lang="de-DE" sz="1400" dirty="0"/>
              <a:t>9:102</a:t>
            </a:r>
          </a:p>
          <a:p>
            <a:r>
              <a:rPr lang="de-DE" sz="1400" dirty="0"/>
              <a:t>10:1</a:t>
            </a:r>
          </a:p>
          <a:p>
            <a:r>
              <a:rPr lang="de-DE" sz="1400" dirty="0"/>
              <a:t>11:201</a:t>
            </a:r>
          </a:p>
          <a:p>
            <a:r>
              <a:rPr lang="de-DE" sz="1400" dirty="0">
                <a:solidFill>
                  <a:srgbClr val="FF0000"/>
                </a:solidFill>
              </a:rPr>
              <a:t>12:</a:t>
            </a:r>
            <a:r>
              <a:rPr lang="de-DE" sz="1400" dirty="0">
                <a:solidFill>
                  <a:schemeClr val="accent1"/>
                </a:solidFill>
              </a:rPr>
              <a:t>17</a:t>
            </a:r>
          </a:p>
          <a:p>
            <a:r>
              <a:rPr lang="de-DE" sz="1400" dirty="0">
                <a:solidFill>
                  <a:schemeClr val="accent1"/>
                </a:solidFill>
              </a:rPr>
              <a:t>13</a:t>
            </a:r>
            <a:r>
              <a:rPr lang="de-DE" sz="1400" dirty="0"/>
              <a:t>:100</a:t>
            </a:r>
          </a:p>
          <a:p>
            <a:r>
              <a:rPr lang="de-DE" sz="1400" dirty="0"/>
              <a:t>14:2</a:t>
            </a:r>
          </a:p>
          <a:p>
            <a:r>
              <a:rPr lang="de-DE" sz="1400" dirty="0"/>
              <a:t>15:102</a:t>
            </a:r>
          </a:p>
          <a:p>
            <a:r>
              <a:rPr lang="de-DE" sz="1400" dirty="0"/>
              <a:t>16:1</a:t>
            </a:r>
          </a:p>
          <a:p>
            <a:r>
              <a:rPr lang="de-DE" sz="1400" dirty="0">
                <a:solidFill>
                  <a:schemeClr val="accent1"/>
                </a:solidFill>
              </a:rPr>
              <a:t>17</a:t>
            </a:r>
            <a:r>
              <a:rPr lang="de-DE" sz="1400" dirty="0"/>
              <a:t>:….</a:t>
            </a:r>
          </a:p>
          <a:p>
            <a:endParaRPr lang="de-DE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3650974" y="1417983"/>
            <a:ext cx="29684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1ere </a:t>
            </a:r>
            <a:r>
              <a:rPr lang="de-DE" sz="3200" dirty="0" err="1"/>
              <a:t>phase</a:t>
            </a:r>
            <a:endParaRPr lang="fr-FR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8640418" y="1417983"/>
            <a:ext cx="29684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2e </a:t>
            </a:r>
            <a:r>
              <a:rPr lang="de-DE" sz="3200" dirty="0" err="1"/>
              <a:t>phase</a:t>
            </a:r>
            <a:endParaRPr lang="fr-FR" sz="3200" dirty="0"/>
          </a:p>
        </p:txBody>
      </p:sp>
      <p:grpSp>
        <p:nvGrpSpPr>
          <p:cNvPr id="9" name="Group 8"/>
          <p:cNvGrpSpPr/>
          <p:nvPr/>
        </p:nvGrpSpPr>
        <p:grpSpPr>
          <a:xfrm>
            <a:off x="2950933" y="3877176"/>
            <a:ext cx="644710" cy="753307"/>
            <a:chOff x="3341643" y="518232"/>
            <a:chExt cx="644710" cy="753307"/>
          </a:xfrm>
        </p:grpSpPr>
        <p:sp>
          <p:nvSpPr>
            <p:cNvPr id="10" name="Arrow: Right 9"/>
            <p:cNvSpPr/>
            <p:nvPr/>
          </p:nvSpPr>
          <p:spPr>
            <a:xfrm>
              <a:off x="3341643" y="518232"/>
              <a:ext cx="644710" cy="75330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Arrow: Right 4"/>
            <p:cNvSpPr txBox="1"/>
            <p:nvPr/>
          </p:nvSpPr>
          <p:spPr>
            <a:xfrm>
              <a:off x="3341643" y="668893"/>
              <a:ext cx="451297" cy="45198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3200" kern="120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656442" y="3877175"/>
            <a:ext cx="644710" cy="753307"/>
            <a:chOff x="3341643" y="518232"/>
            <a:chExt cx="644710" cy="753307"/>
          </a:xfrm>
        </p:grpSpPr>
        <p:sp>
          <p:nvSpPr>
            <p:cNvPr id="13" name="Arrow: Right 12"/>
            <p:cNvSpPr/>
            <p:nvPr/>
          </p:nvSpPr>
          <p:spPr>
            <a:xfrm>
              <a:off x="3341643" y="518232"/>
              <a:ext cx="644710" cy="75330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Arrow: Right 4"/>
            <p:cNvSpPr txBox="1"/>
            <p:nvPr/>
          </p:nvSpPr>
          <p:spPr>
            <a:xfrm>
              <a:off x="3341643" y="668893"/>
              <a:ext cx="451297" cy="45198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3200" kern="120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687955" y="3607500"/>
            <a:ext cx="308113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Référence</a:t>
            </a:r>
            <a:r>
              <a:rPr lang="de-DE" b="1" dirty="0"/>
              <a:t> non </a:t>
            </a:r>
            <a:r>
              <a:rPr lang="de-DE" b="1" dirty="0" err="1"/>
              <a:t>résolu</a:t>
            </a:r>
            <a:r>
              <a:rPr lang="de-DE" b="1" dirty="0"/>
              <a:t>:</a:t>
            </a:r>
          </a:p>
          <a:p>
            <a:r>
              <a:rPr lang="de-DE" dirty="0" err="1"/>
              <a:t>Référence</a:t>
            </a:r>
            <a:r>
              <a:rPr lang="de-DE" dirty="0"/>
              <a:t> à </a:t>
            </a:r>
            <a:r>
              <a:rPr lang="de-DE" dirty="0">
                <a:solidFill>
                  <a:srgbClr val="FF0000"/>
                </a:solidFill>
              </a:rPr>
              <a:t>Toto</a:t>
            </a:r>
            <a:r>
              <a:rPr lang="de-DE" dirty="0"/>
              <a:t> à </a:t>
            </a:r>
            <a:r>
              <a:rPr lang="de-DE" dirty="0" err="1"/>
              <a:t>l‘index</a:t>
            </a:r>
            <a:r>
              <a:rPr lang="de-DE" dirty="0"/>
              <a:t> 6</a:t>
            </a:r>
          </a:p>
          <a:p>
            <a:r>
              <a:rPr lang="de-DE" dirty="0" err="1"/>
              <a:t>Référence</a:t>
            </a:r>
            <a:r>
              <a:rPr lang="de-DE" dirty="0"/>
              <a:t> à </a:t>
            </a:r>
            <a:r>
              <a:rPr lang="de-DE" dirty="0">
                <a:solidFill>
                  <a:srgbClr val="FF0000"/>
                </a:solidFill>
              </a:rPr>
              <a:t>Toto1</a:t>
            </a:r>
            <a:r>
              <a:rPr lang="de-DE" dirty="0"/>
              <a:t> à </a:t>
            </a:r>
            <a:r>
              <a:rPr lang="de-DE" dirty="0" err="1"/>
              <a:t>l‘index</a:t>
            </a:r>
            <a:r>
              <a:rPr lang="de-DE" dirty="0"/>
              <a:t> 12</a:t>
            </a:r>
          </a:p>
          <a:p>
            <a:endParaRPr lang="de-DE" b="1" dirty="0"/>
          </a:p>
          <a:p>
            <a:r>
              <a:rPr lang="de-DE" b="1" dirty="0" err="1"/>
              <a:t>Etiquette</a:t>
            </a:r>
            <a:r>
              <a:rPr lang="de-DE" dirty="0"/>
              <a:t>:</a:t>
            </a:r>
          </a:p>
          <a:p>
            <a:r>
              <a:rPr lang="de-DE" dirty="0" err="1"/>
              <a:t>Etiquette</a:t>
            </a:r>
            <a:r>
              <a:rPr lang="de-DE" dirty="0"/>
              <a:t> </a:t>
            </a:r>
            <a:r>
              <a:rPr lang="de-DE" dirty="0">
                <a:solidFill>
                  <a:schemeClr val="accent1"/>
                </a:solidFill>
              </a:rPr>
              <a:t>Toto</a:t>
            </a:r>
            <a:r>
              <a:rPr lang="de-DE" dirty="0"/>
              <a:t> à </a:t>
            </a:r>
            <a:r>
              <a:rPr lang="de-DE" dirty="0" err="1"/>
              <a:t>l‘index</a:t>
            </a:r>
            <a:r>
              <a:rPr lang="de-DE" dirty="0"/>
              <a:t>  13</a:t>
            </a:r>
          </a:p>
          <a:p>
            <a:r>
              <a:rPr lang="de-DE" dirty="0" err="1"/>
              <a:t>Etiquette</a:t>
            </a:r>
            <a:r>
              <a:rPr lang="de-DE" dirty="0"/>
              <a:t> </a:t>
            </a:r>
            <a:r>
              <a:rPr lang="de-DE" dirty="0">
                <a:solidFill>
                  <a:schemeClr val="accent1"/>
                </a:solidFill>
              </a:rPr>
              <a:t>Toto1</a:t>
            </a:r>
            <a:r>
              <a:rPr lang="de-DE" dirty="0"/>
              <a:t> à </a:t>
            </a:r>
            <a:r>
              <a:rPr lang="de-DE" dirty="0" err="1"/>
              <a:t>l‘index</a:t>
            </a:r>
            <a:r>
              <a:rPr lang="de-DE" dirty="0"/>
              <a:t> 17</a:t>
            </a:r>
          </a:p>
          <a:p>
            <a:endParaRPr lang="de-DE" dirty="0"/>
          </a:p>
          <a:p>
            <a:endParaRPr lang="fr-FR" dirty="0"/>
          </a:p>
        </p:txBody>
      </p:sp>
      <p:sp>
        <p:nvSpPr>
          <p:cNvPr id="16" name="Rectangle 15"/>
          <p:cNvSpPr/>
          <p:nvPr/>
        </p:nvSpPr>
        <p:spPr>
          <a:xfrm>
            <a:off x="304801" y="2591837"/>
            <a:ext cx="2968487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# 0 : a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# 1 : b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0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push	0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eq</a:t>
            </a:r>
            <a:endParaRPr lang="de-DE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FF0000"/>
                </a:solidFill>
                <a:latin typeface="Courier New" panose="02070309020205020404" pitchFamily="49" charset="0"/>
              </a:rPr>
              <a:t>jf</a:t>
            </a:r>
            <a:r>
              <a:rPr lang="de-DE" sz="1400" dirty="0">
                <a:solidFill>
                  <a:srgbClr val="FF0000"/>
                </a:solidFill>
                <a:latin typeface="Courier New" panose="02070309020205020404" pitchFamily="49" charset="0"/>
              </a:rPr>
              <a:t>	toto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pop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FF0000"/>
                </a:solidFill>
                <a:latin typeface="Courier New" panose="02070309020205020404" pitchFamily="49" charset="0"/>
              </a:rPr>
              <a:t>jp</a:t>
            </a:r>
            <a:r>
              <a:rPr lang="de-DE" sz="1400" dirty="0">
                <a:solidFill>
                  <a:srgbClr val="FF0000"/>
                </a:solidFill>
                <a:latin typeface="Courier New" panose="02070309020205020404" pitchFamily="49" charset="0"/>
              </a:rPr>
              <a:t>   	toto1</a:t>
            </a:r>
          </a:p>
          <a:p>
            <a:r>
              <a:rPr lang="de-DE" sz="1400" dirty="0">
                <a:solidFill>
                  <a:schemeClr val="accent1"/>
                </a:solidFill>
                <a:latin typeface="Courier New" panose="02070309020205020404" pitchFamily="49" charset="0"/>
              </a:rPr>
              <a:t>Toto: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2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pop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1</a:t>
            </a:r>
          </a:p>
          <a:p>
            <a:r>
              <a:rPr lang="de-DE" sz="1400" dirty="0">
                <a:solidFill>
                  <a:schemeClr val="accent1"/>
                </a:solidFill>
                <a:latin typeface="Courier New" panose="02070309020205020404" pitchFamily="49" charset="0"/>
              </a:rPr>
              <a:t>Toto1: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..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endParaRPr lang="de-DE" sz="1400" dirty="0"/>
          </a:p>
        </p:txBody>
      </p:sp>
      <p:sp>
        <p:nvSpPr>
          <p:cNvPr id="17" name="Rectangle 16"/>
          <p:cNvSpPr/>
          <p:nvPr/>
        </p:nvSpPr>
        <p:spPr>
          <a:xfrm>
            <a:off x="3650974" y="2591837"/>
            <a:ext cx="2968487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400" dirty="0"/>
              <a:t>0:100</a:t>
            </a:r>
          </a:p>
          <a:p>
            <a:r>
              <a:rPr lang="de-DE" sz="1400" dirty="0"/>
              <a:t>1:0</a:t>
            </a:r>
          </a:p>
          <a:p>
            <a:r>
              <a:rPr lang="de-DE" sz="1400" dirty="0"/>
              <a:t>1:101</a:t>
            </a:r>
          </a:p>
          <a:p>
            <a:r>
              <a:rPr lang="de-DE" sz="1400" dirty="0"/>
              <a:t>3:0</a:t>
            </a:r>
          </a:p>
          <a:p>
            <a:r>
              <a:rPr lang="de-DE" sz="1400" dirty="0"/>
              <a:t>4:12</a:t>
            </a:r>
          </a:p>
          <a:p>
            <a:r>
              <a:rPr lang="de-DE" sz="1400" dirty="0"/>
              <a:t>5:200</a:t>
            </a:r>
          </a:p>
          <a:p>
            <a:r>
              <a:rPr lang="de-DE" sz="1400" dirty="0">
                <a:solidFill>
                  <a:srgbClr val="FF0000"/>
                </a:solidFill>
              </a:rPr>
              <a:t>6:-1</a:t>
            </a:r>
          </a:p>
          <a:p>
            <a:r>
              <a:rPr lang="de-DE" sz="1400" dirty="0"/>
              <a:t>7:100</a:t>
            </a:r>
          </a:p>
          <a:p>
            <a:r>
              <a:rPr lang="de-DE" sz="1400" dirty="0"/>
              <a:t>8:1</a:t>
            </a:r>
          </a:p>
          <a:p>
            <a:r>
              <a:rPr lang="de-DE" sz="1400" dirty="0"/>
              <a:t>9:102</a:t>
            </a:r>
          </a:p>
          <a:p>
            <a:r>
              <a:rPr lang="de-DE" sz="1400" dirty="0"/>
              <a:t>10:1</a:t>
            </a:r>
          </a:p>
          <a:p>
            <a:r>
              <a:rPr lang="de-DE" sz="1400" dirty="0"/>
              <a:t>11:201</a:t>
            </a:r>
          </a:p>
          <a:p>
            <a:r>
              <a:rPr lang="de-DE" sz="1400" dirty="0">
                <a:solidFill>
                  <a:srgbClr val="FF0000"/>
                </a:solidFill>
              </a:rPr>
              <a:t>12:-1</a:t>
            </a:r>
          </a:p>
          <a:p>
            <a:r>
              <a:rPr lang="de-DE" sz="1400" dirty="0">
                <a:solidFill>
                  <a:schemeClr val="accent1"/>
                </a:solidFill>
              </a:rPr>
              <a:t>13:</a:t>
            </a:r>
            <a:r>
              <a:rPr lang="de-DE" sz="1400" dirty="0"/>
              <a:t>100</a:t>
            </a:r>
          </a:p>
          <a:p>
            <a:r>
              <a:rPr lang="de-DE" sz="1400" dirty="0"/>
              <a:t>14:2</a:t>
            </a:r>
          </a:p>
          <a:p>
            <a:r>
              <a:rPr lang="de-DE" sz="1400" dirty="0"/>
              <a:t>15:102</a:t>
            </a:r>
          </a:p>
          <a:p>
            <a:r>
              <a:rPr lang="de-DE" sz="1400" dirty="0"/>
              <a:t>16:1</a:t>
            </a:r>
          </a:p>
          <a:p>
            <a:r>
              <a:rPr lang="de-DE" sz="1400" dirty="0">
                <a:solidFill>
                  <a:schemeClr val="accent1"/>
                </a:solidFill>
              </a:rPr>
              <a:t>17</a:t>
            </a:r>
            <a:r>
              <a:rPr lang="de-DE" sz="1400" dirty="0"/>
              <a:t>:….</a:t>
            </a:r>
          </a:p>
          <a:p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2769587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32035" y="1590261"/>
            <a:ext cx="4094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0" y="1690688"/>
            <a:ext cx="6096000" cy="8002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sz="2800" dirty="0" err="1"/>
              <a:t>Utilisation</a:t>
            </a:r>
            <a:r>
              <a:rPr lang="de-DE" sz="2800" dirty="0"/>
              <a:t> en </a:t>
            </a:r>
            <a:r>
              <a:rPr lang="de-DE" sz="2800" dirty="0" err="1"/>
              <a:t>console</a:t>
            </a:r>
            <a:endParaRPr lang="de-DE" sz="2800" dirty="0"/>
          </a:p>
          <a:p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</a:rPr>
              <a:t>remi@VirtualBox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</a:rPr>
              <a:t>:~/$./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</a:rPr>
              <a:t>asm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</a:rPr>
              <a:t> safe.asm 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</a:rPr>
              <a:t>safe.bin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</a:rPr>
              <a:t> </a:t>
            </a:r>
            <a:endParaRPr lang="fr-FR" dirty="0">
              <a:solidFill>
                <a:srgbClr val="8000FF"/>
              </a:solidFill>
              <a:latin typeface="Courier New" panose="02070309020205020404" pitchFamily="49" charset="0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de-DE" dirty="0" err="1"/>
              <a:t>Assembleur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65997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Asm.c</a:t>
            </a:r>
            <a:endParaRPr lang="de-D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807764" y="1590261"/>
            <a:ext cx="6477000" cy="504907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fr-FR" sz="38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fr-FR" sz="3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main</a:t>
            </a:r>
            <a:r>
              <a:rPr lang="fr-FR" sz="3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38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fr-FR" sz="3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3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argc</a:t>
            </a:r>
            <a:r>
              <a:rPr lang="fr-FR" sz="3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fr-FR" sz="3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38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char</a:t>
            </a:r>
            <a:r>
              <a:rPr lang="fr-FR" sz="3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3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**</a:t>
            </a:r>
            <a:r>
              <a:rPr lang="fr-FR" sz="3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argv</a:t>
            </a:r>
            <a:r>
              <a:rPr lang="fr-FR" sz="3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){</a:t>
            </a:r>
          </a:p>
          <a:p>
            <a:pPr marL="0" indent="0">
              <a:buNone/>
            </a:pPr>
            <a:r>
              <a:rPr lang="fr-FR" sz="3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// Ouverture du fichier</a:t>
            </a:r>
          </a:p>
          <a:p>
            <a:pPr marL="0" indent="0">
              <a:buNone/>
            </a:pPr>
            <a:r>
              <a:rPr lang="de-DE" sz="3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…</a:t>
            </a:r>
            <a:endParaRPr lang="fr-FR" sz="3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3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// Construction du dictionnaire d’instruction</a:t>
            </a:r>
            <a:endParaRPr lang="fr-FR" sz="3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3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</a:t>
            </a:r>
            <a:r>
              <a:rPr lang="fr-FR" sz="3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addInstructionName</a:t>
            </a:r>
            <a:r>
              <a:rPr lang="fr-FR" sz="3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(…)</a:t>
            </a:r>
            <a:endParaRPr lang="de-DE" sz="3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3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// Parseur phase 1</a:t>
            </a:r>
            <a:endParaRPr lang="fr-FR" sz="3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3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</a:t>
            </a:r>
            <a:r>
              <a:rPr lang="fr-FR" sz="3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parseAsm</a:t>
            </a:r>
            <a:r>
              <a:rPr lang="fr-FR" sz="3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3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fin</a:t>
            </a:r>
            <a:r>
              <a:rPr lang="fr-FR" sz="3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 </a:t>
            </a:r>
          </a:p>
          <a:p>
            <a:pPr marL="0" indent="0">
              <a:buNone/>
            </a:pPr>
            <a:r>
              <a:rPr lang="fr-FR" sz="3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// Parseur phase 2</a:t>
            </a:r>
            <a:endParaRPr lang="fr-FR" sz="3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3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</a:t>
            </a:r>
            <a:r>
              <a:rPr lang="fr-FR" sz="3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resolveReferences</a:t>
            </a:r>
            <a:r>
              <a:rPr lang="fr-FR" sz="3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();</a:t>
            </a:r>
            <a:endParaRPr lang="fr-FR" sz="3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3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// Génération du code </a:t>
            </a:r>
          </a:p>
          <a:p>
            <a:pPr marL="0" indent="0">
              <a:buNone/>
            </a:pPr>
            <a:r>
              <a:rPr lang="fr-FR" sz="3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</a:t>
            </a:r>
            <a:r>
              <a:rPr lang="fr-FR" sz="3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generateBinary</a:t>
            </a:r>
            <a:r>
              <a:rPr lang="fr-FR" sz="3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3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fout</a:t>
            </a:r>
            <a:r>
              <a:rPr lang="fr-FR" sz="3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fr-FR" sz="3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</a:t>
            </a:r>
            <a:r>
              <a:rPr lang="fr-FR" sz="3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return</a:t>
            </a:r>
            <a:r>
              <a:rPr lang="fr-FR" sz="3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3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fr-FR" sz="3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fr-FR" sz="3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3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fr-FR" sz="3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832035" y="1590261"/>
            <a:ext cx="4094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0" y="1690688"/>
            <a:ext cx="6096000" cy="8002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sz="2800" dirty="0" err="1"/>
              <a:t>Utilisation</a:t>
            </a:r>
            <a:r>
              <a:rPr lang="de-DE" sz="2800" dirty="0"/>
              <a:t> en </a:t>
            </a:r>
            <a:r>
              <a:rPr lang="de-DE" sz="2800" dirty="0" err="1"/>
              <a:t>console</a:t>
            </a:r>
            <a:endParaRPr lang="de-DE" sz="2800" dirty="0"/>
          </a:p>
          <a:p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</a:rPr>
              <a:t>remi@VirtualBox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</a:rPr>
              <a:t>:~/$./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</a:rPr>
              <a:t>asm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</a:rPr>
              <a:t> safe.asm </a:t>
            </a:r>
            <a:r>
              <a:rPr lang="de-DE" dirty="0" err="1">
                <a:solidFill>
                  <a:srgbClr val="00B050"/>
                </a:solidFill>
                <a:latin typeface="Courier New" panose="02070309020205020404" pitchFamily="49" charset="0"/>
              </a:rPr>
              <a:t>safe.bin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</a:rPr>
              <a:t> </a:t>
            </a:r>
            <a:endParaRPr lang="fr-FR" dirty="0">
              <a:solidFill>
                <a:srgbClr val="8000FF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848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parseAsm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fr-FR" dirty="0">
                <a:solidFill>
                  <a:srgbClr val="8000FF"/>
                </a:solidFill>
                <a:latin typeface="Courier New" panose="02070309020205020404" pitchFamily="49" charset="0"/>
              </a:rPr>
              <a:t>FILE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fin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de-D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Cette fonction parcourt les lignes du fichier source assembleur tant qu'elle n'a pas rencontré de ligne avec "end". Pour chaque ligne il y a 3 cas de figure:</a:t>
            </a:r>
          </a:p>
          <a:p>
            <a:r>
              <a:rPr lang="fr-FR" sz="2400" dirty="0"/>
              <a:t>si la ligne de texte contient 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</a:t>
            </a:r>
            <a:r>
              <a:rPr lang="fr-FR" sz="2400" dirty="0"/>
              <a:t> il s'agit d'une étiquette</a:t>
            </a:r>
            <a:r>
              <a:rPr lang="en-US" sz="2400" dirty="0"/>
              <a:t>, on </a:t>
            </a:r>
            <a:r>
              <a:rPr lang="en-US" sz="2400" dirty="0" err="1"/>
              <a:t>appelle</a:t>
            </a:r>
            <a:r>
              <a:rPr lang="en-US" sz="2400" dirty="0"/>
              <a:t> la </a:t>
            </a:r>
            <a:r>
              <a:rPr lang="en-US" sz="2400" dirty="0" err="1"/>
              <a:t>fonction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addLabel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2400" dirty="0"/>
              <a:t>si on trouve 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#</a:t>
            </a:r>
            <a:r>
              <a:rPr lang="fr-FR" sz="2400" dirty="0"/>
              <a:t>, c'est un commentaire</a:t>
            </a:r>
          </a:p>
          <a:p>
            <a:r>
              <a:rPr lang="fr-FR" sz="2400" dirty="0"/>
              <a:t>sinon, il s'agit d'une instruction et on appelle la fonction</a:t>
            </a:r>
          </a:p>
          <a:p>
            <a:pPr marL="0" indent="0">
              <a:buNone/>
            </a:pPr>
            <a:r>
              <a:rPr lang="fr-FR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</a:t>
            </a:r>
            <a:r>
              <a:rPr lang="fr-FR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decodeInstruction</a:t>
            </a:r>
            <a:endParaRPr lang="fr-FR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fr-FR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39160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addLabel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3200" dirty="0">
                <a:solidFill>
                  <a:srgbClr val="8000FF"/>
                </a:solidFill>
                <a:latin typeface="Courier New" panose="02070309020205020404" pitchFamily="49" charset="0"/>
              </a:rPr>
              <a:t>char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en-US" sz="3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labelname</a:t>
            </a:r>
            <a:r>
              <a:rPr lang="en-US" sz="32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3200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addr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84243"/>
            <a:ext cx="10515600" cy="500932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/>
              <a:t>Appel: </a:t>
            </a:r>
          </a:p>
          <a:p>
            <a:pPr marL="0" indent="0">
              <a:buNone/>
            </a:pP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fr-FR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addLabel</a:t>
            </a: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fr-FR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line,currentInst</a:t>
            </a: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sz="2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line</a:t>
            </a:r>
            <a:r>
              <a:rPr lang="fr-FR" sz="2400" dirty="0"/>
              <a:t>: ligne courante</a:t>
            </a:r>
          </a:p>
          <a:p>
            <a:pPr marL="0" indent="0">
              <a:buNone/>
            </a:pPr>
            <a:r>
              <a:rPr lang="de-DE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de-DE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currentInst</a:t>
            </a:r>
            <a:r>
              <a:rPr lang="fr-FR" sz="2400" dirty="0"/>
              <a:t>: Variable globale indiquant la position de l’instruction 				courante, incrémentée après l’ajout de chaque instruction.</a:t>
            </a:r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 err="1"/>
              <a:t>Complète</a:t>
            </a:r>
            <a:r>
              <a:rPr lang="de-DE" sz="2400" dirty="0"/>
              <a:t> le </a:t>
            </a:r>
            <a:r>
              <a:rPr lang="de-DE" sz="2400" dirty="0" err="1"/>
              <a:t>tableau</a:t>
            </a:r>
            <a:r>
              <a:rPr lang="de-DE" sz="2400" dirty="0"/>
              <a:t> de </a:t>
            </a:r>
            <a:r>
              <a:rPr lang="de-DE" sz="2400" dirty="0" err="1"/>
              <a:t>structure</a:t>
            </a:r>
            <a:r>
              <a:rPr lang="de-DE" sz="2400" dirty="0"/>
              <a:t> </a:t>
            </a:r>
            <a:r>
              <a:rPr lang="de-DE" sz="2400" dirty="0" err="1"/>
              <a:t>contenant</a:t>
            </a:r>
            <a:r>
              <a:rPr lang="de-DE" sz="2400" dirty="0"/>
              <a:t> les </a:t>
            </a:r>
            <a:r>
              <a:rPr lang="de-DE" sz="2400" dirty="0" err="1"/>
              <a:t>labels</a:t>
            </a:r>
            <a:r>
              <a:rPr lang="de-DE" sz="2400" dirty="0"/>
              <a:t> (variable globale)</a:t>
            </a:r>
            <a:endParaRPr lang="fr-FR" sz="2400" dirty="0"/>
          </a:p>
          <a:p>
            <a:pPr marL="457200" lvl="1" indent="0">
              <a:buNone/>
            </a:pPr>
            <a:r>
              <a:rPr lang="fr-FR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struct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label </a:t>
            </a:r>
            <a:r>
              <a:rPr lang="fr-F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fr-FR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fr-FR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char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*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label</a:t>
            </a:r>
            <a:r>
              <a:rPr lang="fr-F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fr-FR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fr-FR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addr</a:t>
            </a:r>
            <a:r>
              <a:rPr lang="fr-F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fr-FR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fr-F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tabLabels</a:t>
            </a:r>
            <a:r>
              <a:rPr lang="fr-F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MAX_LABELS_SIZE</a:t>
            </a:r>
            <a:r>
              <a:rPr lang="fr-F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];</a:t>
            </a:r>
          </a:p>
          <a:p>
            <a:pPr marL="457200" lvl="1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sz="2400" dirty="0"/>
              <a:t>Incrémente le compteur de label </a:t>
            </a:r>
            <a:r>
              <a:rPr lang="de-DE" sz="2400" dirty="0"/>
              <a:t>(variable globale)</a:t>
            </a:r>
            <a:endParaRPr lang="fr-FR" sz="2400" dirty="0"/>
          </a:p>
          <a:p>
            <a:pPr marL="0" indent="0">
              <a:buNone/>
            </a:pPr>
            <a:r>
              <a:rPr lang="fr-FR" sz="24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currentLabel</a:t>
            </a:r>
            <a:r>
              <a:rPr lang="fr-FR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877367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84243"/>
            <a:ext cx="10515600" cy="5009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dirty="0" err="1"/>
              <a:t>Fonctions</a:t>
            </a:r>
            <a:r>
              <a:rPr lang="de-DE" sz="2400" dirty="0"/>
              <a:t> </a:t>
            </a:r>
            <a:r>
              <a:rPr lang="de-DE" sz="2400" dirty="0" err="1"/>
              <a:t>utiles</a:t>
            </a:r>
            <a:r>
              <a:rPr lang="de-DE" sz="2400" dirty="0"/>
              <a:t>:</a:t>
            </a:r>
          </a:p>
          <a:p>
            <a:pPr marL="0" indent="0">
              <a:buNone/>
            </a:pPr>
            <a:r>
              <a:rPr lang="fr-FR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fgets</a:t>
            </a:r>
            <a:r>
              <a:rPr lang="fr-FR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line</a:t>
            </a:r>
            <a:r>
              <a:rPr lang="fr-FR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fr-FR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100</a:t>
            </a:r>
            <a:r>
              <a:rPr lang="fr-FR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fin</a:t>
            </a:r>
            <a:r>
              <a:rPr lang="fr-FR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fr-FR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strstr</a:t>
            </a:r>
            <a:r>
              <a:rPr lang="fr-FR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line</a:t>
            </a:r>
            <a:r>
              <a:rPr lang="fr-FR" sz="2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fr-FR" sz="2400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"end</a:t>
            </a:r>
            <a:r>
              <a:rPr lang="fr-FR" sz="2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</a:t>
            </a:r>
            <a:r>
              <a:rPr lang="fr-FR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addLabel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3200" dirty="0">
                <a:solidFill>
                  <a:srgbClr val="8000FF"/>
                </a:solidFill>
                <a:latin typeface="Courier New" panose="02070309020205020404" pitchFamily="49" charset="0"/>
              </a:rPr>
              <a:t>char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en-US" sz="3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labelname</a:t>
            </a:r>
            <a:r>
              <a:rPr lang="en-US" sz="32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3200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addr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87475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8000FF"/>
                </a:solidFill>
                <a:latin typeface="Courier New" panose="02070309020205020404" pitchFamily="49" charset="0"/>
              </a:rPr>
              <a:t>	</a:t>
            </a:r>
            <a:r>
              <a:rPr lang="fr-FR" sz="2800" dirty="0">
                <a:solidFill>
                  <a:srgbClr val="8000FF"/>
                </a:solidFill>
                <a:latin typeface="Courier New" panose="02070309020205020404" pitchFamily="49" charset="0"/>
              </a:rPr>
              <a:t> </a:t>
            </a:r>
            <a:r>
              <a:rPr lang="fr-FR" sz="2800" dirty="0" err="1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fr-FR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decodeInstruction</a:t>
            </a:r>
            <a:r>
              <a:rPr lang="fr-FR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fr-FR" sz="2800" dirty="0">
                <a:solidFill>
                  <a:srgbClr val="8000FF"/>
                </a:solidFill>
                <a:latin typeface="Courier New" panose="02070309020205020404" pitchFamily="49" charset="0"/>
              </a:rPr>
              <a:t>char</a:t>
            </a:r>
            <a:r>
              <a:rPr lang="fr-FR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fr-FR" sz="2800" dirty="0">
                <a:solidFill>
                  <a:srgbClr val="000000"/>
                </a:solidFill>
                <a:latin typeface="Courier New" panose="02070309020205020404" pitchFamily="49" charset="0"/>
              </a:rPr>
              <a:t>line</a:t>
            </a:r>
            <a:r>
              <a:rPr lang="fr-FR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de-DE" sz="28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298713"/>
            <a:ext cx="10515600" cy="519485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/>
              <a:t>Appel: </a:t>
            </a:r>
          </a:p>
          <a:p>
            <a:pPr marL="0" indent="0">
              <a:buNone/>
            </a:pP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fr-FR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decodeInstruction</a:t>
            </a:r>
            <a:r>
              <a:rPr lang="fr-FR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line</a:t>
            </a:r>
            <a:r>
              <a:rPr lang="fr-FR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	line</a:t>
            </a:r>
            <a:r>
              <a:rPr lang="fr-FR" sz="2400" dirty="0"/>
              <a:t>: ligne courante</a:t>
            </a:r>
          </a:p>
          <a:p>
            <a:pPr marL="0" indent="0">
              <a:buNone/>
            </a:pPr>
            <a:r>
              <a:rPr lang="fr-FR" sz="2400" dirty="0"/>
              <a:t>Cette fonction fait le gros du travail:</a:t>
            </a:r>
          </a:p>
          <a:p>
            <a:r>
              <a:rPr lang="fr-FR" sz="2400" dirty="0"/>
              <a:t>Identifie le type de l'instruction</a:t>
            </a:r>
          </a:p>
          <a:p>
            <a:r>
              <a:rPr lang="fr-FR" sz="2400" dirty="0"/>
              <a:t>Fait le décodage supplémentaire </a:t>
            </a:r>
          </a:p>
          <a:p>
            <a:r>
              <a:rPr lang="fr-FR" sz="2400" dirty="0"/>
              <a:t>Appel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addCode</a:t>
            </a:r>
            <a:r>
              <a:rPr lang="fr-FR" sz="2400" dirty="0"/>
              <a:t> pour remplir </a:t>
            </a:r>
            <a:r>
              <a:rPr lang="fr-FR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codeSegment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2400" dirty="0"/>
              <a:t>(tableau global </a:t>
            </a:r>
            <a:r>
              <a:rPr lang="fr-FR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unsigned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fr-FR" sz="2400" dirty="0"/>
              <a:t>) </a:t>
            </a:r>
          </a:p>
          <a:p>
            <a:r>
              <a:rPr lang="fr-FR" sz="2400" dirty="0"/>
              <a:t>Ajoute des références si l'instruction décodée fait référence à une étiquette encore inconnue (tableau global) </a:t>
            </a:r>
          </a:p>
          <a:p>
            <a:pPr marL="0" indent="0">
              <a:buNone/>
            </a:pPr>
            <a:r>
              <a:rPr lang="fr-FR" sz="2400" dirty="0" err="1">
                <a:solidFill>
                  <a:srgbClr val="8000FF"/>
                </a:solidFill>
                <a:highlight>
                  <a:srgbClr val="FFFFFF"/>
                </a:highlight>
              </a:rPr>
              <a:t>struct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sz="2400" dirty="0" err="1">
                <a:solidFill>
                  <a:srgbClr val="000000"/>
                </a:solidFill>
                <a:highlight>
                  <a:srgbClr val="FFFFFF"/>
                </a:highlight>
              </a:rPr>
              <a:t>ref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fr-FR" sz="2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fr-FR" sz="2400" dirty="0">
                <a:solidFill>
                  <a:srgbClr val="8000FF"/>
                </a:solidFill>
                <a:highlight>
                  <a:srgbClr val="FFFFFF"/>
                </a:highlight>
              </a:rPr>
              <a:t>char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*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</a:rPr>
              <a:t>label</a:t>
            </a:r>
            <a:r>
              <a:rPr lang="fr-FR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fr-FR" sz="2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fr-FR" sz="2400" dirty="0" err="1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sz="2400" dirty="0" err="1">
                <a:solidFill>
                  <a:srgbClr val="000000"/>
                </a:solidFill>
                <a:highlight>
                  <a:srgbClr val="FFFFFF"/>
                </a:highlight>
              </a:rPr>
              <a:t>addrInCode</a:t>
            </a:r>
            <a:r>
              <a:rPr lang="fr-FR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fr-FR" sz="2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fr-FR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sz="2400" dirty="0" err="1">
                <a:solidFill>
                  <a:srgbClr val="000000"/>
                </a:solidFill>
                <a:highlight>
                  <a:srgbClr val="FFFFFF"/>
                </a:highlight>
              </a:rPr>
              <a:t>tabReferences</a:t>
            </a:r>
            <a:r>
              <a:rPr lang="fr-FR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[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</a:rPr>
              <a:t>MAX_LABELS_SIZE</a:t>
            </a:r>
            <a:r>
              <a:rPr lang="fr-FR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];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pPr marL="0" indent="0">
              <a:buNone/>
            </a:pPr>
            <a:r>
              <a:rPr lang="fr-FR" sz="2400" dirty="0" err="1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sz="2400" dirty="0" err="1">
                <a:solidFill>
                  <a:srgbClr val="000000"/>
                </a:solidFill>
                <a:highlight>
                  <a:srgbClr val="FFFFFF"/>
                </a:highlight>
              </a:rPr>
              <a:t>currentRef</a:t>
            </a:r>
            <a:r>
              <a:rPr lang="fr-FR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172911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8000FF"/>
                </a:solidFill>
                <a:latin typeface="Courier New" panose="02070309020205020404" pitchFamily="49" charset="0"/>
              </a:rPr>
              <a:t>	</a:t>
            </a:r>
            <a:r>
              <a:rPr lang="fr-FR" sz="2800" dirty="0">
                <a:solidFill>
                  <a:srgbClr val="8000FF"/>
                </a:solidFill>
                <a:latin typeface="Courier New" panose="02070309020205020404" pitchFamily="49" charset="0"/>
              </a:rPr>
              <a:t> </a:t>
            </a:r>
            <a:r>
              <a:rPr lang="fr-FR" sz="2800" dirty="0" err="1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fr-FR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decodeInstruction</a:t>
            </a:r>
            <a:r>
              <a:rPr lang="fr-FR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fr-FR" sz="2800" dirty="0">
                <a:solidFill>
                  <a:srgbClr val="8000FF"/>
                </a:solidFill>
                <a:latin typeface="Courier New" panose="02070309020205020404" pitchFamily="49" charset="0"/>
              </a:rPr>
              <a:t>char</a:t>
            </a:r>
            <a:r>
              <a:rPr lang="fr-FR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fr-FR" sz="2800" dirty="0">
                <a:solidFill>
                  <a:srgbClr val="000000"/>
                </a:solidFill>
                <a:latin typeface="Courier New" panose="02070309020205020404" pitchFamily="49" charset="0"/>
              </a:rPr>
              <a:t>line</a:t>
            </a:r>
            <a:r>
              <a:rPr lang="fr-FR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de-DE" sz="28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84243"/>
            <a:ext cx="10515600" cy="500932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sz="2400" dirty="0"/>
              <a:t>C</a:t>
            </a:r>
            <a:r>
              <a:rPr lang="fr-FR" sz="2400" dirty="0" err="1"/>
              <a:t>ette</a:t>
            </a:r>
            <a:r>
              <a:rPr lang="fr-FR" sz="2400" dirty="0"/>
              <a:t> fonction va comparer chaque instruction trouvé à un dictionnaire d’instruction préalablement construit par le programmeur. Ce dictionnaire est en fait un tableau de structure. </a:t>
            </a:r>
          </a:p>
          <a:p>
            <a:pPr marL="0" indent="0">
              <a:buNone/>
            </a:pPr>
            <a:endParaRPr lang="fr-FR" sz="2400" dirty="0">
              <a:solidFill>
                <a:srgbClr val="8000FF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400" dirty="0" err="1">
                <a:solidFill>
                  <a:srgbClr val="8000FF"/>
                </a:solidFill>
                <a:latin typeface="Courier New" panose="02070309020205020404" pitchFamily="49" charset="0"/>
              </a:rPr>
              <a:t>struct</a:t>
            </a: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instructionName</a:t>
            </a: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endParaRPr lang="fr-FR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sz="2400" dirty="0">
                <a:solidFill>
                  <a:srgbClr val="8000FF"/>
                </a:solidFill>
                <a:latin typeface="Courier New" panose="02070309020205020404" pitchFamily="49" charset="0"/>
              </a:rPr>
              <a:t>char</a:t>
            </a: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fr-FR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name</a:t>
            </a:r>
            <a:r>
              <a:rPr lang="fr-FR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fr-FR" sz="2400" dirty="0">
                <a:solidFill>
                  <a:srgbClr val="008000"/>
                </a:solidFill>
                <a:latin typeface="Courier New" panose="02070309020205020404" pitchFamily="49" charset="0"/>
              </a:rPr>
              <a:t>// Le nom de l'instruction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sz="2400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opcod</a:t>
            </a:r>
            <a:r>
              <a:rPr lang="fr-FR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fr-FR" sz="2400" dirty="0">
                <a:solidFill>
                  <a:srgbClr val="008000"/>
                </a:solidFill>
                <a:latin typeface="Courier New" panose="02070309020205020404" pitchFamily="49" charset="0"/>
              </a:rPr>
              <a:t>// son </a:t>
            </a:r>
            <a:r>
              <a:rPr lang="fr-FR" sz="2400" dirty="0" err="1">
                <a:solidFill>
                  <a:srgbClr val="008000"/>
                </a:solidFill>
                <a:latin typeface="Courier New" panose="02070309020205020404" pitchFamily="49" charset="0"/>
              </a:rPr>
              <a:t>codop</a:t>
            </a:r>
            <a:r>
              <a:rPr lang="fr-FR" sz="2400" dirty="0">
                <a:solidFill>
                  <a:srgbClr val="008000"/>
                </a:solidFill>
                <a:latin typeface="Courier New" panose="02070309020205020404" pitchFamily="49" charset="0"/>
              </a:rPr>
              <a:t>, extrait de </a:t>
            </a:r>
            <a:r>
              <a:rPr lang="fr-FR" sz="2400" dirty="0" err="1">
                <a:solidFill>
                  <a:srgbClr val="008000"/>
                </a:solidFill>
                <a:latin typeface="Courier New" panose="02070309020205020404" pitchFamily="49" charset="0"/>
              </a:rPr>
              <a:t>vm_codops.h</a:t>
            </a:r>
            <a:endParaRPr lang="fr-FR" sz="2400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sz="2400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type</a:t>
            </a:r>
            <a:r>
              <a:rPr lang="fr-FR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fr-FR" sz="2400" dirty="0">
                <a:solidFill>
                  <a:srgbClr val="008000"/>
                </a:solidFill>
                <a:latin typeface="Courier New" panose="02070309020205020404" pitchFamily="49" charset="0"/>
              </a:rPr>
              <a:t>// son type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sz="2400" dirty="0">
                <a:solidFill>
                  <a:srgbClr val="8000FF"/>
                </a:solidFill>
                <a:latin typeface="Courier New" panose="02070309020205020404" pitchFamily="49" charset="0"/>
              </a:rPr>
              <a:t>char</a:t>
            </a: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format</a:t>
            </a:r>
            <a:r>
              <a:rPr lang="fr-FR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fr-FR" sz="2400" dirty="0">
                <a:solidFill>
                  <a:srgbClr val="008000"/>
                </a:solidFill>
                <a:latin typeface="Courier New" panose="02070309020205020404" pitchFamily="49" charset="0"/>
              </a:rPr>
              <a:t>// son format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sz="2400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nbops</a:t>
            </a:r>
            <a:r>
              <a:rPr lang="fr-FR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fr-FR" sz="2400" dirty="0">
                <a:solidFill>
                  <a:srgbClr val="008000"/>
                </a:solidFill>
                <a:latin typeface="Courier New" panose="02070309020205020404" pitchFamily="49" charset="0"/>
              </a:rPr>
              <a:t>// le nombre d'</a:t>
            </a:r>
            <a:r>
              <a:rPr lang="fr-FR" sz="2400" dirty="0" err="1">
                <a:solidFill>
                  <a:srgbClr val="008000"/>
                </a:solidFill>
                <a:latin typeface="Courier New" panose="02070309020205020404" pitchFamily="49" charset="0"/>
              </a:rPr>
              <a:t>operandes</a:t>
            </a:r>
            <a:r>
              <a:rPr lang="fr-FR" sz="2400" dirty="0">
                <a:solidFill>
                  <a:srgbClr val="008000"/>
                </a:solidFill>
                <a:latin typeface="Courier New" panose="02070309020205020404" pitchFamily="49" charset="0"/>
              </a:rPr>
              <a:t> de l'</a:t>
            </a:r>
            <a:r>
              <a:rPr lang="fr-FR" sz="2400" dirty="0" err="1">
                <a:solidFill>
                  <a:srgbClr val="008000"/>
                </a:solidFill>
                <a:latin typeface="Courier New" panose="02070309020205020404" pitchFamily="49" charset="0"/>
              </a:rPr>
              <a:t>inst</a:t>
            </a:r>
            <a:endParaRPr lang="fr-FR" sz="2400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tabInstructionNames</a:t>
            </a:r>
            <a:r>
              <a:rPr lang="fr-FR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fr-F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MAX_IDENTS_SIZE</a:t>
            </a:r>
            <a:r>
              <a:rPr lang="fr-FR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];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Une instruction est définie par son nom, son </a:t>
            </a:r>
            <a:r>
              <a:rPr lang="fr-FR" sz="2400" dirty="0" err="1"/>
              <a:t>codop</a:t>
            </a:r>
            <a:r>
              <a:rPr lang="fr-FR" sz="2400" dirty="0"/>
              <a:t>, son type, son format et son nombre d'arguments.</a:t>
            </a:r>
          </a:p>
          <a:p>
            <a:pPr marL="0" indent="0">
              <a:buNone/>
            </a:pPr>
            <a:r>
              <a:rPr lang="de-DE" sz="2400" dirty="0"/>
              <a:t>O</a:t>
            </a:r>
            <a:r>
              <a:rPr lang="fr-FR" sz="2400" dirty="0"/>
              <a:t>n distingue 3 types d’instructions</a:t>
            </a:r>
          </a:p>
          <a:p>
            <a:pPr marL="0" indent="0">
              <a:buNone/>
            </a:pPr>
            <a:endParaRPr lang="fr-FR" sz="24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endParaRPr lang="fr-FR" sz="24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de-DE" sz="24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fr-FR" sz="2400" dirty="0">
              <a:solidFill>
                <a:srgbClr val="8000FF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789132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Construction</a:t>
            </a:r>
            <a:r>
              <a:rPr lang="de-DE" dirty="0"/>
              <a:t> du </a:t>
            </a:r>
            <a:r>
              <a:rPr lang="de-DE" dirty="0" err="1"/>
              <a:t>dictionnaire</a:t>
            </a:r>
            <a:endParaRPr lang="de-D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84243"/>
            <a:ext cx="10515600" cy="5009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dirty="0" err="1"/>
              <a:t>Instructions</a:t>
            </a:r>
            <a:r>
              <a:rPr lang="de-DE" sz="2400" dirty="0"/>
              <a:t> de Type 0: </a:t>
            </a:r>
            <a:endParaRPr lang="fr-FR" sz="2400" dirty="0"/>
          </a:p>
          <a:p>
            <a:pPr marL="0" indent="0">
              <a:buNone/>
            </a:pPr>
            <a:r>
              <a:rPr lang="fr-FR" sz="2400" dirty="0"/>
              <a:t>Elles ne demandent pas de décodage d'</a:t>
            </a:r>
            <a:r>
              <a:rPr lang="fr-FR" sz="2400" dirty="0" err="1"/>
              <a:t>operandes</a:t>
            </a:r>
            <a:r>
              <a:rPr lang="fr-FR" sz="2400" dirty="0"/>
              <a:t> </a:t>
            </a:r>
            <a:r>
              <a:rPr lang="fr-FR" sz="2400" dirty="0" err="1"/>
              <a:t>supplementaires</a:t>
            </a:r>
            <a:r>
              <a:rPr lang="fr-FR" sz="2400" dirty="0"/>
              <a:t>. Leur chaine de format est "" et leur nombre d'argument est 0</a:t>
            </a:r>
          </a:p>
        </p:txBody>
      </p:sp>
    </p:spTree>
    <p:extLst>
      <p:ext uri="{BB962C8B-B14F-4D97-AF65-F5344CB8AC3E}">
        <p14:creationId xmlns:p14="http://schemas.microsoft.com/office/powerpoint/2010/main" val="38266820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84243"/>
            <a:ext cx="10515600" cy="500932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sz="2400" dirty="0" err="1"/>
              <a:t>Instructions</a:t>
            </a:r>
            <a:r>
              <a:rPr lang="de-DE" sz="2400" dirty="0"/>
              <a:t>  de Type 0: </a:t>
            </a:r>
            <a:endParaRPr lang="fr-FR" sz="2400" dirty="0"/>
          </a:p>
          <a:p>
            <a:pPr marL="0" indent="0">
              <a:buNone/>
            </a:pPr>
            <a:r>
              <a:rPr lang="fr-FR" sz="2400" dirty="0"/>
              <a:t>Elles ne demandent pas de décodage d'</a:t>
            </a:r>
            <a:r>
              <a:rPr lang="fr-FR" sz="2400" dirty="0" err="1"/>
              <a:t>operandes</a:t>
            </a:r>
            <a:r>
              <a:rPr lang="fr-FR" sz="2400" dirty="0"/>
              <a:t> </a:t>
            </a:r>
            <a:r>
              <a:rPr lang="fr-FR" sz="2400" dirty="0" err="1"/>
              <a:t>supplementaires</a:t>
            </a:r>
            <a:r>
              <a:rPr lang="fr-FR" sz="2400" dirty="0"/>
              <a:t>. Leur chaine de format est "" et leur nombre d'argument est 0</a:t>
            </a:r>
          </a:p>
          <a:p>
            <a:pPr marL="0" indent="0">
              <a:buNone/>
            </a:pPr>
            <a:r>
              <a:rPr lang="fr-F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addInstructionName</a:t>
            </a:r>
            <a:r>
              <a:rPr lang="fr-F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("</a:t>
            </a:r>
            <a:r>
              <a:rPr lang="fr-F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</a:t>
            </a:r>
            <a:r>
              <a:rPr lang="fr-F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", OP_ADD, 0, "", 0);  </a:t>
            </a:r>
          </a:p>
          <a:p>
            <a:pPr marL="0" indent="0">
              <a:buNone/>
            </a:pPr>
            <a:r>
              <a:rPr lang="fr-F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addInstructionName</a:t>
            </a:r>
            <a:r>
              <a:rPr lang="fr-F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("</a:t>
            </a:r>
            <a:r>
              <a:rPr lang="fr-F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sub</a:t>
            </a:r>
            <a:r>
              <a:rPr lang="fr-F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", OP_SUB, 0, "", 0);  </a:t>
            </a:r>
          </a:p>
          <a:p>
            <a:pPr marL="0" indent="0">
              <a:buNone/>
            </a:pPr>
            <a:r>
              <a:rPr lang="fr-F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addInstructionName</a:t>
            </a:r>
            <a:r>
              <a:rPr lang="fr-F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("</a:t>
            </a:r>
            <a:r>
              <a:rPr lang="fr-F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mult</a:t>
            </a:r>
            <a:r>
              <a:rPr lang="fr-F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", OP_MULT, 0, "", 0);  </a:t>
            </a:r>
          </a:p>
          <a:p>
            <a:pPr marL="0" indent="0">
              <a:buNone/>
            </a:pPr>
            <a:r>
              <a:rPr lang="fr-F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addInstructionName</a:t>
            </a:r>
            <a:r>
              <a:rPr lang="fr-F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("div", OP_DIV, 0, "", 0);  </a:t>
            </a:r>
          </a:p>
          <a:p>
            <a:pPr marL="0" indent="0">
              <a:buNone/>
            </a:pPr>
            <a:r>
              <a:rPr lang="fr-F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addInstructionName</a:t>
            </a:r>
            <a:r>
              <a:rPr lang="fr-F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("</a:t>
            </a:r>
            <a:r>
              <a:rPr lang="fr-F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neg</a:t>
            </a:r>
            <a:r>
              <a:rPr lang="fr-F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", OP_NEG, 0, "", 0);  </a:t>
            </a:r>
          </a:p>
          <a:p>
            <a:pPr marL="0" indent="0">
              <a:buNone/>
            </a:pPr>
            <a:r>
              <a:rPr lang="fr-F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addInstructionName</a:t>
            </a:r>
            <a:r>
              <a:rPr lang="fr-F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("and", OP_AND, 0, "", 0);  </a:t>
            </a:r>
          </a:p>
          <a:p>
            <a:pPr marL="0" indent="0">
              <a:buNone/>
            </a:pPr>
            <a:r>
              <a:rPr lang="fr-F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addInstructionName</a:t>
            </a:r>
            <a:r>
              <a:rPr lang="fr-F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("or", OP_OR, 0, "", 0);  </a:t>
            </a:r>
          </a:p>
          <a:p>
            <a:pPr marL="0" indent="0">
              <a:buNone/>
            </a:pPr>
            <a:r>
              <a:rPr lang="fr-F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addInstructionName</a:t>
            </a:r>
            <a:r>
              <a:rPr lang="fr-F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("not", OP_NOT, 0, "", 0);  </a:t>
            </a:r>
          </a:p>
          <a:p>
            <a:pPr marL="0" indent="0">
              <a:buNone/>
            </a:pPr>
            <a:r>
              <a:rPr lang="fr-F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addInstructionName</a:t>
            </a:r>
            <a:r>
              <a:rPr lang="fr-F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("</a:t>
            </a:r>
            <a:r>
              <a:rPr lang="fr-F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eq</a:t>
            </a:r>
            <a:r>
              <a:rPr lang="fr-F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", OP_EQ, 0, "", 0);  </a:t>
            </a:r>
          </a:p>
          <a:p>
            <a:pPr marL="0" indent="0">
              <a:buNone/>
            </a:pPr>
            <a:r>
              <a:rPr lang="fr-F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addInstructionName</a:t>
            </a:r>
            <a:r>
              <a:rPr lang="fr-F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("</a:t>
            </a:r>
            <a:r>
              <a:rPr lang="fr-F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ls</a:t>
            </a:r>
            <a:r>
              <a:rPr lang="fr-F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", OP_LS, 0, "", 0);  </a:t>
            </a:r>
          </a:p>
          <a:p>
            <a:pPr marL="0" indent="0">
              <a:buNone/>
            </a:pPr>
            <a:r>
              <a:rPr lang="fr-F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addInstructionName</a:t>
            </a:r>
            <a:r>
              <a:rPr lang="fr-F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("gt", OP_GT, 0, "", 0);  </a:t>
            </a:r>
          </a:p>
          <a:p>
            <a:pPr marL="0" indent="0">
              <a:buNone/>
            </a:pPr>
            <a:r>
              <a:rPr lang="fr-F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addInstructionName</a:t>
            </a:r>
            <a:r>
              <a:rPr lang="fr-F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("</a:t>
            </a:r>
            <a:r>
              <a:rPr lang="fr-F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halt</a:t>
            </a:r>
            <a:r>
              <a:rPr lang="fr-F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", OP_HALT, 0, "", 0); 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de-DE" dirty="0" err="1"/>
              <a:t>Construction</a:t>
            </a:r>
            <a:r>
              <a:rPr lang="de-DE" dirty="0"/>
              <a:t> du </a:t>
            </a:r>
            <a:r>
              <a:rPr lang="de-DE" dirty="0" err="1"/>
              <a:t>dictionnaire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96369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84243"/>
            <a:ext cx="10515600" cy="5009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dirty="0" err="1"/>
              <a:t>Instructions</a:t>
            </a:r>
            <a:r>
              <a:rPr lang="de-DE" sz="2400" dirty="0"/>
              <a:t> de </a:t>
            </a:r>
            <a:r>
              <a:rPr lang="fr-FR" sz="2400" dirty="0"/>
              <a:t>Type 1:</a:t>
            </a:r>
          </a:p>
          <a:p>
            <a:pPr marL="0" indent="0">
              <a:buNone/>
            </a:pPr>
            <a:r>
              <a:rPr lang="fr-FR" sz="2400" dirty="0"/>
              <a:t>Le décodage d'un entier est nécessaire. La chaine de format est donc "%s %d". Le %s représente l'instruction et le %d  l'</a:t>
            </a:r>
            <a:r>
              <a:rPr lang="fr-FR" sz="2400" dirty="0" err="1"/>
              <a:t>operande</a:t>
            </a:r>
            <a:r>
              <a:rPr lang="fr-FR" sz="2400" dirty="0"/>
              <a:t>. Il y a une opérande pour ce genre d'instruction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de-DE" dirty="0" err="1"/>
              <a:t>Construction</a:t>
            </a:r>
            <a:r>
              <a:rPr lang="de-DE" dirty="0"/>
              <a:t> du </a:t>
            </a:r>
            <a:r>
              <a:rPr lang="de-DE" dirty="0" err="1"/>
              <a:t>dictionnaire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12859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84243"/>
            <a:ext cx="10515600" cy="5009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dirty="0" err="1"/>
              <a:t>Instructions</a:t>
            </a:r>
            <a:r>
              <a:rPr lang="de-DE" sz="2400" dirty="0"/>
              <a:t> de </a:t>
            </a:r>
            <a:r>
              <a:rPr lang="fr-FR" sz="2400" dirty="0"/>
              <a:t>Type 1: </a:t>
            </a:r>
          </a:p>
          <a:p>
            <a:pPr marL="0" indent="0">
              <a:buNone/>
            </a:pPr>
            <a:r>
              <a:rPr lang="fr-FR" sz="2400" dirty="0"/>
              <a:t>Le décodage d'un entier est </a:t>
            </a:r>
            <a:r>
              <a:rPr lang="fr-FR" sz="2400" dirty="0" err="1"/>
              <a:t>necessaire</a:t>
            </a:r>
            <a:r>
              <a:rPr lang="fr-FR" sz="2400" dirty="0"/>
              <a:t>. La chaine de format est donc "%s %d". Le %s </a:t>
            </a:r>
            <a:r>
              <a:rPr lang="fr-FR" sz="2400" dirty="0" err="1"/>
              <a:t>represente</a:t>
            </a:r>
            <a:r>
              <a:rPr lang="fr-FR" sz="2400" dirty="0"/>
              <a:t> l'instruction et le %d  l'</a:t>
            </a:r>
            <a:r>
              <a:rPr lang="fr-FR" sz="2400" dirty="0" err="1"/>
              <a:t>operande</a:t>
            </a:r>
            <a:r>
              <a:rPr lang="fr-FR" sz="2400" dirty="0"/>
              <a:t>. Il y a une </a:t>
            </a:r>
            <a:r>
              <a:rPr lang="fr-FR" sz="2400" dirty="0" err="1"/>
              <a:t>operande</a:t>
            </a:r>
            <a:r>
              <a:rPr lang="fr-FR" sz="2400" dirty="0"/>
              <a:t> pour ce genre d'instruction</a:t>
            </a:r>
          </a:p>
          <a:p>
            <a:pPr marL="0" indent="0">
              <a:buNone/>
            </a:pPr>
            <a:r>
              <a:rPr lang="fr-FR" sz="17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addInstructionName</a:t>
            </a:r>
            <a:r>
              <a:rPr lang="fr-FR" sz="1700" dirty="0">
                <a:solidFill>
                  <a:srgbClr val="000000"/>
                </a:solidFill>
                <a:latin typeface="Courier New" panose="02070309020205020404" pitchFamily="49" charset="0"/>
              </a:rPr>
              <a:t>("push", OP_PUSH, 1, "%s %d", 1);  </a:t>
            </a:r>
          </a:p>
          <a:p>
            <a:pPr marL="0" indent="0">
              <a:buNone/>
            </a:pPr>
            <a:r>
              <a:rPr lang="fr-FR" sz="17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addInstructionName</a:t>
            </a:r>
            <a:r>
              <a:rPr lang="fr-FR" sz="1700" dirty="0">
                <a:solidFill>
                  <a:srgbClr val="000000"/>
                </a:solidFill>
                <a:latin typeface="Courier New" panose="02070309020205020404" pitchFamily="49" charset="0"/>
              </a:rPr>
              <a:t>("pop", OP_POP, 1, "%s %d", 1);  </a:t>
            </a:r>
          </a:p>
          <a:p>
            <a:pPr marL="0" indent="0">
              <a:buNone/>
            </a:pPr>
            <a:r>
              <a:rPr lang="fr-FR" sz="17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addInstructionName</a:t>
            </a:r>
            <a:r>
              <a:rPr lang="fr-FR" sz="1700" dirty="0">
                <a:solidFill>
                  <a:srgbClr val="000000"/>
                </a:solidFill>
                <a:latin typeface="Courier New" panose="02070309020205020404" pitchFamily="49" charset="0"/>
              </a:rPr>
              <a:t>("</a:t>
            </a:r>
            <a:r>
              <a:rPr lang="fr-FR" sz="17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fr-FR" sz="1700" dirty="0">
                <a:solidFill>
                  <a:srgbClr val="000000"/>
                </a:solidFill>
                <a:latin typeface="Courier New" panose="02070309020205020404" pitchFamily="49" charset="0"/>
              </a:rPr>
              <a:t>", OP_PUSHI, 1, "%s %d", 1);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de-DE" dirty="0" err="1"/>
              <a:t>Construction</a:t>
            </a:r>
            <a:r>
              <a:rPr lang="de-DE" dirty="0"/>
              <a:t> du </a:t>
            </a:r>
            <a:r>
              <a:rPr lang="de-DE" dirty="0" err="1"/>
              <a:t>dictionnaire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3838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84243"/>
            <a:ext cx="10515600" cy="5009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dirty="0" err="1"/>
              <a:t>Instructions</a:t>
            </a:r>
            <a:r>
              <a:rPr lang="de-DE" sz="2400" dirty="0"/>
              <a:t> de </a:t>
            </a:r>
            <a:r>
              <a:rPr lang="fr-FR" sz="2400" dirty="0"/>
              <a:t>Type 3:</a:t>
            </a:r>
          </a:p>
          <a:p>
            <a:pPr marL="0" indent="0">
              <a:buNone/>
            </a:pPr>
            <a:r>
              <a:rPr lang="fr-FR" sz="2400" dirty="0"/>
              <a:t>le </a:t>
            </a:r>
            <a:r>
              <a:rPr lang="fr-FR" sz="2400" dirty="0" err="1"/>
              <a:t>decodage</a:t>
            </a:r>
            <a:r>
              <a:rPr lang="fr-FR" sz="2400" dirty="0"/>
              <a:t> d'une chaine de </a:t>
            </a:r>
            <a:r>
              <a:rPr lang="fr-FR" sz="2400" dirty="0" err="1"/>
              <a:t>caracteres</a:t>
            </a:r>
            <a:r>
              <a:rPr lang="fr-FR" sz="2400" dirty="0"/>
              <a:t> </a:t>
            </a:r>
            <a:r>
              <a:rPr lang="fr-FR" sz="2400" dirty="0" err="1"/>
              <a:t>representant</a:t>
            </a:r>
            <a:r>
              <a:rPr lang="fr-FR" sz="2400" dirty="0"/>
              <a:t> une </a:t>
            </a:r>
            <a:r>
              <a:rPr lang="fr-FR" sz="2400" dirty="0" err="1"/>
              <a:t>etiquette</a:t>
            </a:r>
            <a:r>
              <a:rPr lang="fr-FR" sz="2400" dirty="0"/>
              <a:t> est </a:t>
            </a:r>
            <a:r>
              <a:rPr lang="fr-FR" sz="2400" dirty="0" err="1"/>
              <a:t>necessaire</a:t>
            </a:r>
            <a:r>
              <a:rPr lang="fr-FR" sz="2400" dirty="0"/>
              <a:t>. La chaine de format est donc "%s %s" et le </a:t>
            </a:r>
            <a:r>
              <a:rPr lang="fr-FR" sz="2400" dirty="0" err="1"/>
              <a:t>deuxieme</a:t>
            </a:r>
            <a:r>
              <a:rPr lang="fr-FR" sz="2400" dirty="0"/>
              <a:t> %s </a:t>
            </a:r>
            <a:r>
              <a:rPr lang="fr-FR" sz="2400" dirty="0" err="1"/>
              <a:t>represente</a:t>
            </a:r>
            <a:r>
              <a:rPr lang="fr-FR" sz="2400" dirty="0"/>
              <a:t> l'</a:t>
            </a:r>
            <a:r>
              <a:rPr lang="fr-FR" sz="2400" dirty="0" err="1"/>
              <a:t>etiquette</a:t>
            </a:r>
            <a:r>
              <a:rPr lang="fr-FR" sz="2400" dirty="0"/>
              <a:t>. Il y a une </a:t>
            </a:r>
            <a:r>
              <a:rPr lang="fr-FR" sz="2400" dirty="0" err="1"/>
              <a:t>operande</a:t>
            </a:r>
            <a:r>
              <a:rPr lang="fr-FR" sz="2400" dirty="0"/>
              <a:t> pour ce genre d'instructions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de-DE" dirty="0" err="1"/>
              <a:t>Construction</a:t>
            </a:r>
            <a:r>
              <a:rPr lang="de-DE" dirty="0"/>
              <a:t> du </a:t>
            </a:r>
            <a:r>
              <a:rPr lang="de-DE" dirty="0" err="1"/>
              <a:t>dictionnaire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91903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84243"/>
            <a:ext cx="10515600" cy="5009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dirty="0" err="1"/>
              <a:t>Instructions</a:t>
            </a:r>
            <a:r>
              <a:rPr lang="de-DE" sz="2400" dirty="0"/>
              <a:t> de </a:t>
            </a:r>
            <a:r>
              <a:rPr lang="fr-FR" sz="2400" dirty="0"/>
              <a:t>Type 3:</a:t>
            </a:r>
          </a:p>
          <a:p>
            <a:pPr marL="0" indent="0">
              <a:buNone/>
            </a:pPr>
            <a:r>
              <a:rPr lang="fr-FR" sz="2400" dirty="0"/>
              <a:t>le </a:t>
            </a:r>
            <a:r>
              <a:rPr lang="fr-FR" sz="2400" dirty="0" err="1"/>
              <a:t>decodage</a:t>
            </a:r>
            <a:r>
              <a:rPr lang="fr-FR" sz="2400" dirty="0"/>
              <a:t> d'une chaine de </a:t>
            </a:r>
            <a:r>
              <a:rPr lang="fr-FR" sz="2400" dirty="0" err="1"/>
              <a:t>caracteres</a:t>
            </a:r>
            <a:r>
              <a:rPr lang="fr-FR" sz="2400" dirty="0"/>
              <a:t> </a:t>
            </a:r>
            <a:r>
              <a:rPr lang="fr-FR" sz="2400" dirty="0" err="1"/>
              <a:t>representant</a:t>
            </a:r>
            <a:r>
              <a:rPr lang="fr-FR" sz="2400" dirty="0"/>
              <a:t> une </a:t>
            </a:r>
            <a:r>
              <a:rPr lang="fr-FR" sz="2400" dirty="0" err="1"/>
              <a:t>etiquette</a:t>
            </a:r>
            <a:r>
              <a:rPr lang="fr-FR" sz="2400" dirty="0"/>
              <a:t> est </a:t>
            </a:r>
            <a:r>
              <a:rPr lang="fr-FR" sz="2400" dirty="0" err="1"/>
              <a:t>necessaire</a:t>
            </a:r>
            <a:r>
              <a:rPr lang="fr-FR" sz="2400" dirty="0"/>
              <a:t>. La chaine de format est donc "%s %s" et le </a:t>
            </a:r>
            <a:r>
              <a:rPr lang="fr-FR" sz="2400" dirty="0" err="1"/>
              <a:t>deuxieme</a:t>
            </a:r>
            <a:r>
              <a:rPr lang="fr-FR" sz="2400" dirty="0"/>
              <a:t> %s </a:t>
            </a:r>
            <a:r>
              <a:rPr lang="fr-FR" sz="2400" dirty="0" err="1"/>
              <a:t>represente</a:t>
            </a:r>
            <a:r>
              <a:rPr lang="fr-FR" sz="2400" dirty="0"/>
              <a:t> l'</a:t>
            </a:r>
            <a:r>
              <a:rPr lang="fr-FR" sz="2400" dirty="0" err="1"/>
              <a:t>etiquette</a:t>
            </a:r>
            <a:r>
              <a:rPr lang="fr-FR" sz="2400" dirty="0"/>
              <a:t>. Il y a une </a:t>
            </a:r>
            <a:r>
              <a:rPr lang="fr-FR" sz="2400" dirty="0" err="1"/>
              <a:t>operande</a:t>
            </a:r>
            <a:r>
              <a:rPr lang="fr-FR" sz="2400" dirty="0"/>
              <a:t> pour ce genre d'instructions</a:t>
            </a:r>
          </a:p>
          <a:p>
            <a:pPr marL="0" indent="0">
              <a:buNone/>
            </a:pPr>
            <a:r>
              <a:rPr lang="fr-FR" sz="17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addInstructionName</a:t>
            </a:r>
            <a:r>
              <a:rPr lang="fr-FR" sz="1700" dirty="0">
                <a:solidFill>
                  <a:srgbClr val="000000"/>
                </a:solidFill>
                <a:latin typeface="Courier New" panose="02070309020205020404" pitchFamily="49" charset="0"/>
              </a:rPr>
              <a:t>("</a:t>
            </a:r>
            <a:r>
              <a:rPr lang="fr-FR" sz="1700" dirty="0" err="1">
                <a:solidFill>
                  <a:srgbClr val="000000"/>
                </a:solidFill>
                <a:latin typeface="Courier New" panose="02070309020205020404" pitchFamily="49" charset="0"/>
              </a:rPr>
              <a:t>jp</a:t>
            </a:r>
            <a:r>
              <a:rPr lang="fr-FR" sz="1700" dirty="0">
                <a:solidFill>
                  <a:srgbClr val="000000"/>
                </a:solidFill>
                <a:latin typeface="Courier New" panose="02070309020205020404" pitchFamily="49" charset="0"/>
              </a:rPr>
              <a:t>", OP_JP, 3, "%s %s", 1);  </a:t>
            </a:r>
          </a:p>
          <a:p>
            <a:pPr marL="0" indent="0">
              <a:buNone/>
            </a:pPr>
            <a:r>
              <a:rPr lang="fr-FR" sz="17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addInstructionName</a:t>
            </a:r>
            <a:r>
              <a:rPr lang="fr-FR" sz="1700" dirty="0">
                <a:solidFill>
                  <a:srgbClr val="000000"/>
                </a:solidFill>
                <a:latin typeface="Courier New" panose="02070309020205020404" pitchFamily="49" charset="0"/>
              </a:rPr>
              <a:t>("</a:t>
            </a:r>
            <a:r>
              <a:rPr lang="fr-FR" sz="1700" dirty="0" err="1">
                <a:solidFill>
                  <a:srgbClr val="000000"/>
                </a:solidFill>
                <a:latin typeface="Courier New" panose="02070309020205020404" pitchFamily="49" charset="0"/>
              </a:rPr>
              <a:t>jf</a:t>
            </a:r>
            <a:r>
              <a:rPr lang="fr-FR" sz="1700" dirty="0">
                <a:solidFill>
                  <a:srgbClr val="000000"/>
                </a:solidFill>
                <a:latin typeface="Courier New" panose="02070309020205020404" pitchFamily="49" charset="0"/>
              </a:rPr>
              <a:t>", OP_JF, 3, "%s %s", 1);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de-DE" dirty="0" err="1"/>
              <a:t>Construction</a:t>
            </a:r>
            <a:r>
              <a:rPr lang="de-DE" dirty="0"/>
              <a:t> du </a:t>
            </a:r>
            <a:r>
              <a:rPr lang="de-DE" dirty="0" err="1"/>
              <a:t>dictionnaire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43046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err="1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dirty="0" err="1">
                <a:solidFill>
                  <a:srgbClr val="000000"/>
                </a:solidFill>
                <a:highlight>
                  <a:srgbClr val="FFFFFF"/>
                </a:highlight>
              </a:rPr>
              <a:t>dumpBinaryCode</a:t>
            </a:r>
            <a:r>
              <a:rPr lang="fr-FR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endParaRPr lang="de-DE" dirty="0"/>
          </a:p>
        </p:txBody>
      </p:sp>
      <p:sp>
        <p:nvSpPr>
          <p:cNvPr id="4" name="Content Placeholder 4"/>
          <p:cNvSpPr>
            <a:spLocks noGrp="1"/>
          </p:cNvSpPr>
          <p:nvPr>
            <p:ph idx="1"/>
          </p:nvPr>
        </p:nvSpPr>
        <p:spPr>
          <a:xfrm>
            <a:off x="838200" y="1484243"/>
            <a:ext cx="10515600" cy="5009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dirty="0" err="1"/>
              <a:t>Fonction</a:t>
            </a:r>
            <a:r>
              <a:rPr lang="de-DE" sz="2400" dirty="0"/>
              <a:t> de </a:t>
            </a:r>
            <a:r>
              <a:rPr lang="de-DE" sz="2400" dirty="0" err="1"/>
              <a:t>désassamblage</a:t>
            </a:r>
            <a:r>
              <a:rPr lang="de-DE" sz="2400" dirty="0"/>
              <a:t> du </a:t>
            </a:r>
            <a:r>
              <a:rPr lang="de-DE" sz="2400" dirty="0" err="1"/>
              <a:t>code</a:t>
            </a:r>
            <a:r>
              <a:rPr lang="de-DE" sz="2400" dirty="0"/>
              <a:t> (</a:t>
            </a:r>
            <a:r>
              <a:rPr lang="de-DE" sz="2400" dirty="0" err="1"/>
              <a:t>fonction</a:t>
            </a:r>
            <a:r>
              <a:rPr lang="de-DE" sz="2400" dirty="0"/>
              <a:t> de </a:t>
            </a:r>
            <a:r>
              <a:rPr lang="de-DE" sz="2400" dirty="0" err="1"/>
              <a:t>vérification</a:t>
            </a:r>
            <a:r>
              <a:rPr lang="de-DE" sz="2400" dirty="0"/>
              <a:t>)</a:t>
            </a:r>
          </a:p>
          <a:p>
            <a:pPr marL="0" indent="0">
              <a:buNone/>
            </a:pPr>
            <a:r>
              <a:rPr lang="de-DE" sz="2400" dirty="0"/>
              <a:t>Elle </a:t>
            </a:r>
            <a:r>
              <a:rPr lang="de-DE" sz="2400" dirty="0" err="1"/>
              <a:t>permet</a:t>
            </a:r>
            <a:r>
              <a:rPr lang="de-DE" sz="2400" dirty="0"/>
              <a:t> de </a:t>
            </a:r>
            <a:r>
              <a:rPr lang="de-DE" sz="2400" dirty="0" err="1"/>
              <a:t>générer</a:t>
            </a:r>
            <a:r>
              <a:rPr lang="de-DE" sz="2400" dirty="0"/>
              <a:t> le </a:t>
            </a:r>
            <a:r>
              <a:rPr lang="de-DE" sz="2400" dirty="0" err="1"/>
              <a:t>code</a:t>
            </a:r>
            <a:r>
              <a:rPr lang="de-DE" sz="2400" dirty="0"/>
              <a:t> </a:t>
            </a:r>
            <a:r>
              <a:rPr lang="de-DE" sz="2400" dirty="0" err="1"/>
              <a:t>assembleur</a:t>
            </a:r>
            <a:r>
              <a:rPr lang="de-DE" sz="2400" dirty="0"/>
              <a:t> </a:t>
            </a:r>
            <a:r>
              <a:rPr lang="de-DE" sz="2400" dirty="0" err="1"/>
              <a:t>correspondant</a:t>
            </a:r>
            <a:r>
              <a:rPr lang="de-DE" sz="2400" dirty="0"/>
              <a:t> </a:t>
            </a:r>
            <a:r>
              <a:rPr lang="de-DE" sz="2400" dirty="0" err="1"/>
              <a:t>aux</a:t>
            </a:r>
            <a:r>
              <a:rPr lang="de-DE" sz="2400" dirty="0"/>
              <a:t> OP_CODE </a:t>
            </a:r>
            <a:r>
              <a:rPr lang="de-DE" sz="2400" dirty="0" err="1"/>
              <a:t>stockés</a:t>
            </a:r>
            <a:r>
              <a:rPr lang="de-DE" sz="2400" dirty="0"/>
              <a:t> </a:t>
            </a:r>
            <a:r>
              <a:rPr lang="de-DE" sz="2400" dirty="0" err="1"/>
              <a:t>dans</a:t>
            </a:r>
            <a:r>
              <a:rPr lang="de-DE" sz="2400" dirty="0"/>
              <a:t> </a:t>
            </a:r>
            <a:r>
              <a:rPr lang="fr-FR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codeSegment</a:t>
            </a:r>
            <a:endParaRPr lang="de-DE" sz="2400" dirty="0"/>
          </a:p>
          <a:p>
            <a:pPr marL="0" indent="0">
              <a:buNone/>
            </a:pPr>
            <a:r>
              <a:rPr lang="de-DE" sz="2400" dirty="0"/>
              <a:t>Sa </a:t>
            </a:r>
            <a:r>
              <a:rPr lang="de-DE" sz="2400" dirty="0" err="1"/>
              <a:t>sortie</a:t>
            </a:r>
            <a:r>
              <a:rPr lang="de-DE" sz="2400" dirty="0"/>
              <a:t> </a:t>
            </a:r>
            <a:r>
              <a:rPr lang="de-DE" sz="2400" dirty="0" err="1"/>
              <a:t>peut</a:t>
            </a:r>
            <a:r>
              <a:rPr lang="de-DE" sz="2400" dirty="0"/>
              <a:t> </a:t>
            </a:r>
            <a:r>
              <a:rPr lang="fr-FR" sz="2400" dirty="0"/>
              <a:t>être</a:t>
            </a:r>
            <a:r>
              <a:rPr lang="de-DE" sz="2400" dirty="0"/>
              <a:t> en </a:t>
            </a:r>
            <a:r>
              <a:rPr lang="de-DE" sz="2400" dirty="0" err="1"/>
              <a:t>console</a:t>
            </a:r>
            <a:r>
              <a:rPr lang="de-DE" sz="2400" dirty="0"/>
              <a:t> </a:t>
            </a:r>
            <a:r>
              <a:rPr lang="de-DE" sz="2400" dirty="0" err="1"/>
              <a:t>ou</a:t>
            </a:r>
            <a:r>
              <a:rPr lang="de-DE" sz="2400" dirty="0"/>
              <a:t> </a:t>
            </a:r>
            <a:r>
              <a:rPr lang="de-DE" sz="2400" dirty="0" err="1"/>
              <a:t>dans</a:t>
            </a:r>
            <a:r>
              <a:rPr lang="de-DE" sz="2400" dirty="0"/>
              <a:t> </a:t>
            </a:r>
            <a:r>
              <a:rPr lang="de-DE" sz="2400" dirty="0" err="1"/>
              <a:t>un</a:t>
            </a:r>
            <a:r>
              <a:rPr lang="de-DE" sz="2400" dirty="0"/>
              <a:t> </a:t>
            </a:r>
            <a:r>
              <a:rPr lang="de-DE" sz="2400" dirty="0" err="1"/>
              <a:t>fichier</a:t>
            </a:r>
            <a:r>
              <a:rPr lang="de-DE" sz="2400" dirty="0"/>
              <a:t>.</a:t>
            </a:r>
            <a:endParaRPr lang="fr-FR" sz="2400" dirty="0"/>
          </a:p>
          <a:p>
            <a:pPr marL="0" indent="0">
              <a:buNone/>
            </a:pPr>
            <a:endParaRPr lang="fr-FR" sz="24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endParaRPr lang="fr-FR" sz="24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de-DE" sz="24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fr-FR" sz="2400" dirty="0">
              <a:solidFill>
                <a:srgbClr val="8000FF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556878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Remi\Dropbox\Work\UPMC\ProjetInfoElec\20170224\grafcet3\asm\html\asm_8c_a3c04138a5bfe5d72780bb7e82a18e627_cgrap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27" y="1690688"/>
            <a:ext cx="7919313" cy="4680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dirty="0" err="1"/>
              <a:t>Assembleur</a:t>
            </a:r>
            <a:endParaRPr lang="de-DE" dirty="0"/>
          </a:p>
        </p:txBody>
      </p:sp>
      <p:sp>
        <p:nvSpPr>
          <p:cNvPr id="2" name="Rectangle 1"/>
          <p:cNvSpPr/>
          <p:nvPr/>
        </p:nvSpPr>
        <p:spPr>
          <a:xfrm>
            <a:off x="1325217" y="1690688"/>
            <a:ext cx="6758609" cy="408726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1952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dirty="0" err="1"/>
              <a:t>Projet</a:t>
            </a:r>
            <a:endParaRPr lang="de-DE" dirty="0"/>
          </a:p>
        </p:txBody>
      </p:sp>
      <p:sp>
        <p:nvSpPr>
          <p:cNvPr id="4" name="Content Placeholder 15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0218"/>
          </a:xfrm>
        </p:spPr>
        <p:txBody>
          <a:bodyPr>
            <a:normAutofit lnSpcReduction="10000"/>
          </a:bodyPr>
          <a:lstStyle/>
          <a:p>
            <a:r>
              <a:rPr lang="de-DE" dirty="0"/>
              <a:t>Jalon</a:t>
            </a:r>
          </a:p>
          <a:p>
            <a:pPr lvl="1"/>
            <a:r>
              <a:rPr lang="de-DE" dirty="0" err="1"/>
              <a:t>GraphcetInterpreter</a:t>
            </a:r>
            <a:r>
              <a:rPr lang="de-DE" dirty="0"/>
              <a:t>, VM et </a:t>
            </a:r>
            <a:r>
              <a:rPr lang="de-DE" dirty="0" err="1"/>
              <a:t>Assembleur</a:t>
            </a:r>
            <a:r>
              <a:rPr lang="de-DE" dirty="0"/>
              <a:t> </a:t>
            </a:r>
            <a:r>
              <a:rPr lang="de-DE" dirty="0" err="1"/>
              <a:t>opérationnel</a:t>
            </a:r>
            <a:r>
              <a:rPr lang="de-DE" dirty="0"/>
              <a:t> </a:t>
            </a:r>
            <a:r>
              <a:rPr lang="de-DE" dirty="0" err="1"/>
              <a:t>pour</a:t>
            </a:r>
            <a:r>
              <a:rPr lang="de-DE" dirty="0"/>
              <a:t> le </a:t>
            </a:r>
            <a:r>
              <a:rPr lang="de-DE" dirty="0" err="1"/>
              <a:t>jeudi</a:t>
            </a:r>
            <a:r>
              <a:rPr lang="de-DE" dirty="0"/>
              <a:t> 23/3/2017</a:t>
            </a:r>
          </a:p>
          <a:p>
            <a:pPr lvl="1"/>
            <a:endParaRPr lang="de-DE" dirty="0"/>
          </a:p>
          <a:p>
            <a:r>
              <a:rPr lang="de-DE" dirty="0" err="1"/>
              <a:t>Documentation</a:t>
            </a:r>
            <a:r>
              <a:rPr lang="de-DE" dirty="0"/>
              <a:t> du </a:t>
            </a:r>
            <a:r>
              <a:rPr lang="de-DE" dirty="0" err="1"/>
              <a:t>code</a:t>
            </a:r>
            <a:endParaRPr lang="de-DE" dirty="0"/>
          </a:p>
          <a:p>
            <a:pPr lvl="1"/>
            <a:r>
              <a:rPr lang="de-DE" dirty="0" err="1"/>
              <a:t>Doxygen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Gestion</a:t>
            </a:r>
            <a:r>
              <a:rPr lang="de-DE" dirty="0"/>
              <a:t> de </a:t>
            </a:r>
            <a:r>
              <a:rPr lang="de-DE" dirty="0" err="1"/>
              <a:t>version</a:t>
            </a:r>
            <a:r>
              <a:rPr lang="de-DE" dirty="0"/>
              <a:t> (</a:t>
            </a:r>
            <a:r>
              <a:rPr lang="de-DE" dirty="0" err="1"/>
              <a:t>travail</a:t>
            </a:r>
            <a:r>
              <a:rPr lang="de-DE" dirty="0"/>
              <a:t> en </a:t>
            </a:r>
            <a:r>
              <a:rPr lang="de-DE" dirty="0" err="1"/>
              <a:t>équipe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GitHub</a:t>
            </a:r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r>
              <a:rPr lang="de-DE" dirty="0"/>
              <a:t>A </a:t>
            </a:r>
            <a:r>
              <a:rPr lang="de-DE" dirty="0" err="1"/>
              <a:t>terme</a:t>
            </a:r>
            <a:r>
              <a:rPr lang="de-DE" dirty="0"/>
              <a:t>, </a:t>
            </a:r>
            <a:r>
              <a:rPr lang="de-DE" dirty="0" err="1"/>
              <a:t>execution</a:t>
            </a:r>
            <a:r>
              <a:rPr lang="de-DE" dirty="0"/>
              <a:t> du </a:t>
            </a:r>
            <a:r>
              <a:rPr lang="de-DE" dirty="0" err="1"/>
              <a:t>ByteCode</a:t>
            </a:r>
            <a:r>
              <a:rPr lang="de-DE" dirty="0"/>
              <a:t> par </a:t>
            </a:r>
            <a:r>
              <a:rPr lang="de-DE" dirty="0" err="1"/>
              <a:t>une</a:t>
            </a:r>
            <a:r>
              <a:rPr lang="de-DE" dirty="0"/>
              <a:t> VM </a:t>
            </a:r>
            <a:r>
              <a:rPr lang="de-DE" dirty="0" err="1"/>
              <a:t>sur</a:t>
            </a:r>
            <a:r>
              <a:rPr lang="de-DE" dirty="0"/>
              <a:t> MCU</a:t>
            </a:r>
          </a:p>
          <a:p>
            <a:pPr lvl="1"/>
            <a:r>
              <a:rPr lang="de-DE" dirty="0"/>
              <a:t> Communication </a:t>
            </a:r>
            <a:r>
              <a:rPr lang="de-DE" dirty="0" err="1"/>
              <a:t>série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00268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450</TotalTime>
  <Words>1241</Words>
  <Application>Microsoft Office PowerPoint</Application>
  <PresentationFormat>Widescreen</PresentationFormat>
  <Paragraphs>386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Courier New</vt:lpstr>
      <vt:lpstr>Wingdings</vt:lpstr>
      <vt:lpstr>Office Theme</vt:lpstr>
      <vt:lpstr>Projet Info EI2I3 – 3/3/2017</vt:lpstr>
      <vt:lpstr>PowerPoint Presentation</vt:lpstr>
      <vt:lpstr>PowerPoint Presentation</vt:lpstr>
      <vt:lpstr>Compilateur</vt:lpstr>
      <vt:lpstr>Exemple de compilation C vers ASM</vt:lpstr>
      <vt:lpstr>Exemple de compilation C vers ASM</vt:lpstr>
      <vt:lpstr>Construction du compilateur grafcet.out</vt:lpstr>
      <vt:lpstr>Assembleur</vt:lpstr>
      <vt:lpstr>Assembleur</vt:lpstr>
      <vt:lpstr>Assembleur</vt:lpstr>
      <vt:lpstr>Assembleur</vt:lpstr>
      <vt:lpstr>Assembleur</vt:lpstr>
      <vt:lpstr>Asm.c</vt:lpstr>
      <vt:lpstr>void parseAsm(FILE *fin)</vt:lpstr>
      <vt:lpstr>void addLabel(char *labelname,int addr)</vt:lpstr>
      <vt:lpstr>void addLabel(char *labelname,int addr)</vt:lpstr>
      <vt:lpstr>  void decodeInstruction(char *line)</vt:lpstr>
      <vt:lpstr>  void decodeInstruction(char *line)</vt:lpstr>
      <vt:lpstr>Construction du dictionnaire</vt:lpstr>
      <vt:lpstr>Construction du dictionnaire</vt:lpstr>
      <vt:lpstr>Construction du dictionnaire</vt:lpstr>
      <vt:lpstr>Construction du dictionnaire</vt:lpstr>
      <vt:lpstr>Construction du dictionnaire</vt:lpstr>
      <vt:lpstr>Construction du dictionnaire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Remi</dc:creator>
  <cp:lastModifiedBy>Remi</cp:lastModifiedBy>
  <cp:revision>55</cp:revision>
  <dcterms:created xsi:type="dcterms:W3CDTF">2017-03-01T10:20:09Z</dcterms:created>
  <dcterms:modified xsi:type="dcterms:W3CDTF">2017-03-06T18:49:55Z</dcterms:modified>
</cp:coreProperties>
</file>